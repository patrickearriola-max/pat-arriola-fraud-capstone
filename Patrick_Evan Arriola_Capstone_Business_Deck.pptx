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1"/>
  </p:notesMasterIdLst>
  <p:sldIdLst>
    <p:sldId id="269" r:id="rId2"/>
    <p:sldId id="256" r:id="rId3"/>
    <p:sldId id="257" r:id="rId4"/>
    <p:sldId id="258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71" r:id="rId13"/>
    <p:sldId id="265" r:id="rId14"/>
    <p:sldId id="272" r:id="rId15"/>
    <p:sldId id="266" r:id="rId16"/>
    <p:sldId id="273" r:id="rId17"/>
    <p:sldId id="267" r:id="rId18"/>
    <p:sldId id="274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42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7D7A23-7861-46EA-9F20-B96C1E5388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5AEBF8C-179E-4363-9E6C-91627ACB3378}">
      <dgm:prSet/>
      <dgm:spPr/>
      <dgm:t>
        <a:bodyPr/>
        <a:lstStyle/>
        <a:p>
          <a:pPr>
            <a:defRPr cap="all"/>
          </a:pPr>
          <a:r>
            <a:rPr lang="en-US"/>
            <a:t>Channel: card‑not‑present e‑commerce (PH).</a:t>
          </a:r>
        </a:p>
      </dgm:t>
    </dgm:pt>
    <dgm:pt modelId="{3F0EE504-E86C-4118-AE9E-9CC7C6F2B9F9}" type="parTrans" cxnId="{C1E11100-F1BC-44EA-BFFC-6A8694E890EE}">
      <dgm:prSet/>
      <dgm:spPr/>
      <dgm:t>
        <a:bodyPr/>
        <a:lstStyle/>
        <a:p>
          <a:endParaRPr lang="en-US"/>
        </a:p>
      </dgm:t>
    </dgm:pt>
    <dgm:pt modelId="{53B25C62-9C42-4A6F-8968-58B3BD15ECD5}" type="sibTrans" cxnId="{C1E11100-F1BC-44EA-BFFC-6A8694E890EE}">
      <dgm:prSet/>
      <dgm:spPr/>
      <dgm:t>
        <a:bodyPr/>
        <a:lstStyle/>
        <a:p>
          <a:endParaRPr lang="en-US"/>
        </a:p>
      </dgm:t>
    </dgm:pt>
    <dgm:pt modelId="{77DDDE03-65E1-4DED-906B-95E2124B150E}">
      <dgm:prSet/>
      <dgm:spPr/>
      <dgm:t>
        <a:bodyPr/>
        <a:lstStyle/>
        <a:p>
          <a:pPr>
            <a:defRPr cap="all"/>
          </a:pPr>
          <a:r>
            <a:rPr lang="en-US"/>
            <a:t>Goal: ≥20% fraud loss reduction with ≤1% FPR.</a:t>
          </a:r>
        </a:p>
      </dgm:t>
    </dgm:pt>
    <dgm:pt modelId="{973326DB-5556-4652-9C52-03BD68AE60AF}" type="parTrans" cxnId="{F9D7FA3F-BD45-4798-8272-23F7A7A930B9}">
      <dgm:prSet/>
      <dgm:spPr/>
      <dgm:t>
        <a:bodyPr/>
        <a:lstStyle/>
        <a:p>
          <a:endParaRPr lang="en-US"/>
        </a:p>
      </dgm:t>
    </dgm:pt>
    <dgm:pt modelId="{3D995F6D-B7A4-435A-B7D7-4CC5C946549B}" type="sibTrans" cxnId="{F9D7FA3F-BD45-4798-8272-23F7A7A930B9}">
      <dgm:prSet/>
      <dgm:spPr/>
      <dgm:t>
        <a:bodyPr/>
        <a:lstStyle/>
        <a:p>
          <a:endParaRPr lang="en-US"/>
        </a:p>
      </dgm:t>
    </dgm:pt>
    <dgm:pt modelId="{8039BEDA-EA0A-4458-8A1F-A24C789EE235}">
      <dgm:prSet/>
      <dgm:spPr/>
      <dgm:t>
        <a:bodyPr/>
        <a:lstStyle/>
        <a:p>
          <a:pPr>
            <a:defRPr cap="all"/>
          </a:pPr>
          <a:r>
            <a:rPr lang="en-US" dirty="0"/>
            <a:t>Operate under alert budget &amp; guardrails; maximize Expected Value (EV)</a:t>
          </a:r>
        </a:p>
      </dgm:t>
    </dgm:pt>
    <dgm:pt modelId="{D6C81C94-EB05-4115-9B11-9A737E637D78}" type="parTrans" cxnId="{D76CD174-DE24-46C1-A349-F90C96646338}">
      <dgm:prSet/>
      <dgm:spPr/>
      <dgm:t>
        <a:bodyPr/>
        <a:lstStyle/>
        <a:p>
          <a:endParaRPr lang="en-US"/>
        </a:p>
      </dgm:t>
    </dgm:pt>
    <dgm:pt modelId="{7EAFAC6D-FC5D-46C1-AB2C-BB03ACB1D78A}" type="sibTrans" cxnId="{D76CD174-DE24-46C1-A349-F90C96646338}">
      <dgm:prSet/>
      <dgm:spPr/>
      <dgm:t>
        <a:bodyPr/>
        <a:lstStyle/>
        <a:p>
          <a:endParaRPr lang="en-US"/>
        </a:p>
      </dgm:t>
    </dgm:pt>
    <dgm:pt modelId="{D0DB9034-0486-4040-813C-0A59770A57D2}" type="pres">
      <dgm:prSet presAssocID="{BA7D7A23-7861-46EA-9F20-B96C1E538879}" presName="root" presStyleCnt="0">
        <dgm:presLayoutVars>
          <dgm:dir/>
          <dgm:resizeHandles val="exact"/>
        </dgm:presLayoutVars>
      </dgm:prSet>
      <dgm:spPr/>
    </dgm:pt>
    <dgm:pt modelId="{6635B4CD-5B38-4F58-8917-2EB6D0736B89}" type="pres">
      <dgm:prSet presAssocID="{A5AEBF8C-179E-4363-9E6C-91627ACB3378}" presName="compNode" presStyleCnt="0"/>
      <dgm:spPr/>
    </dgm:pt>
    <dgm:pt modelId="{6169BB2B-BF98-40AE-BC06-41A9934ED5AA}" type="pres">
      <dgm:prSet presAssocID="{A5AEBF8C-179E-4363-9E6C-91627ACB3378}" presName="iconBgRect" presStyleLbl="bgShp" presStyleIdx="0" presStyleCnt="3"/>
      <dgm:spPr/>
    </dgm:pt>
    <dgm:pt modelId="{9DE1993A-A48D-48AE-85F1-45AC0B2CE3FF}" type="pres">
      <dgm:prSet presAssocID="{A5AEBF8C-179E-4363-9E6C-91627ACB33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4941B9EC-B123-4B8B-9998-A70883B47247}" type="pres">
      <dgm:prSet presAssocID="{A5AEBF8C-179E-4363-9E6C-91627ACB3378}" presName="spaceRect" presStyleCnt="0"/>
      <dgm:spPr/>
    </dgm:pt>
    <dgm:pt modelId="{943791BA-F61F-4731-941F-FC18B83D832D}" type="pres">
      <dgm:prSet presAssocID="{A5AEBF8C-179E-4363-9E6C-91627ACB3378}" presName="textRect" presStyleLbl="revTx" presStyleIdx="0" presStyleCnt="3">
        <dgm:presLayoutVars>
          <dgm:chMax val="1"/>
          <dgm:chPref val="1"/>
        </dgm:presLayoutVars>
      </dgm:prSet>
      <dgm:spPr/>
    </dgm:pt>
    <dgm:pt modelId="{D0C8B6D6-AD3A-442D-8A72-48E45A20B53B}" type="pres">
      <dgm:prSet presAssocID="{53B25C62-9C42-4A6F-8968-58B3BD15ECD5}" presName="sibTrans" presStyleCnt="0"/>
      <dgm:spPr/>
    </dgm:pt>
    <dgm:pt modelId="{B94BADB1-3141-4875-8E37-35B3BB13A69C}" type="pres">
      <dgm:prSet presAssocID="{77DDDE03-65E1-4DED-906B-95E2124B150E}" presName="compNode" presStyleCnt="0"/>
      <dgm:spPr/>
    </dgm:pt>
    <dgm:pt modelId="{99282CF3-84CA-4EFD-926E-A3027D727AE0}" type="pres">
      <dgm:prSet presAssocID="{77DDDE03-65E1-4DED-906B-95E2124B150E}" presName="iconBgRect" presStyleLbl="bgShp" presStyleIdx="1" presStyleCnt="3"/>
      <dgm:spPr/>
    </dgm:pt>
    <dgm:pt modelId="{70C1489E-6FF6-4898-A8F7-3CF9FE975C1C}" type="pres">
      <dgm:prSet presAssocID="{77DDDE03-65E1-4DED-906B-95E2124B15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E4A99B-E95C-4A5E-BCF6-B870FDF86978}" type="pres">
      <dgm:prSet presAssocID="{77DDDE03-65E1-4DED-906B-95E2124B150E}" presName="spaceRect" presStyleCnt="0"/>
      <dgm:spPr/>
    </dgm:pt>
    <dgm:pt modelId="{AF27F589-6E9D-4D06-9EBF-21A57856DF27}" type="pres">
      <dgm:prSet presAssocID="{77DDDE03-65E1-4DED-906B-95E2124B150E}" presName="textRect" presStyleLbl="revTx" presStyleIdx="1" presStyleCnt="3">
        <dgm:presLayoutVars>
          <dgm:chMax val="1"/>
          <dgm:chPref val="1"/>
        </dgm:presLayoutVars>
      </dgm:prSet>
      <dgm:spPr/>
    </dgm:pt>
    <dgm:pt modelId="{EBCAAA99-8C29-4669-BD58-275AD05675AE}" type="pres">
      <dgm:prSet presAssocID="{3D995F6D-B7A4-435A-B7D7-4CC5C946549B}" presName="sibTrans" presStyleCnt="0"/>
      <dgm:spPr/>
    </dgm:pt>
    <dgm:pt modelId="{B651C1DD-556A-44CE-AFDF-88FB5368A78F}" type="pres">
      <dgm:prSet presAssocID="{8039BEDA-EA0A-4458-8A1F-A24C789EE235}" presName="compNode" presStyleCnt="0"/>
      <dgm:spPr/>
    </dgm:pt>
    <dgm:pt modelId="{DFF30679-9D2B-49B9-9CE4-CF2EFB1D0916}" type="pres">
      <dgm:prSet presAssocID="{8039BEDA-EA0A-4458-8A1F-A24C789EE235}" presName="iconBgRect" presStyleLbl="bgShp" presStyleIdx="2" presStyleCnt="3"/>
      <dgm:spPr/>
    </dgm:pt>
    <dgm:pt modelId="{8F47BADD-DA94-44C4-A7CF-443E206D03F3}" type="pres">
      <dgm:prSet presAssocID="{8039BEDA-EA0A-4458-8A1F-A24C789EE2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B3997ACA-B953-461F-ACEF-0C6E15C242B9}" type="pres">
      <dgm:prSet presAssocID="{8039BEDA-EA0A-4458-8A1F-A24C789EE235}" presName="spaceRect" presStyleCnt="0"/>
      <dgm:spPr/>
    </dgm:pt>
    <dgm:pt modelId="{75BCEA2D-7456-431B-88EF-7BB20C5D4471}" type="pres">
      <dgm:prSet presAssocID="{8039BEDA-EA0A-4458-8A1F-A24C789EE2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E11100-F1BC-44EA-BFFC-6A8694E890EE}" srcId="{BA7D7A23-7861-46EA-9F20-B96C1E538879}" destId="{A5AEBF8C-179E-4363-9E6C-91627ACB3378}" srcOrd="0" destOrd="0" parTransId="{3F0EE504-E86C-4118-AE9E-9CC7C6F2B9F9}" sibTransId="{53B25C62-9C42-4A6F-8968-58B3BD15ECD5}"/>
    <dgm:cxn modelId="{95D3C216-E696-4731-94AC-CC4906C8E4FC}" type="presOf" srcId="{77DDDE03-65E1-4DED-906B-95E2124B150E}" destId="{AF27F589-6E9D-4D06-9EBF-21A57856DF27}" srcOrd="0" destOrd="0" presId="urn:microsoft.com/office/officeart/2018/5/layout/IconCircleLabelList"/>
    <dgm:cxn modelId="{F9D7FA3F-BD45-4798-8272-23F7A7A930B9}" srcId="{BA7D7A23-7861-46EA-9F20-B96C1E538879}" destId="{77DDDE03-65E1-4DED-906B-95E2124B150E}" srcOrd="1" destOrd="0" parTransId="{973326DB-5556-4652-9C52-03BD68AE60AF}" sibTransId="{3D995F6D-B7A4-435A-B7D7-4CC5C946549B}"/>
    <dgm:cxn modelId="{1370FD68-C0EA-454A-9DC6-BAC049DB5425}" type="presOf" srcId="{BA7D7A23-7861-46EA-9F20-B96C1E538879}" destId="{D0DB9034-0486-4040-813C-0A59770A57D2}" srcOrd="0" destOrd="0" presId="urn:microsoft.com/office/officeart/2018/5/layout/IconCircleLabelList"/>
    <dgm:cxn modelId="{D76CD174-DE24-46C1-A349-F90C96646338}" srcId="{BA7D7A23-7861-46EA-9F20-B96C1E538879}" destId="{8039BEDA-EA0A-4458-8A1F-A24C789EE235}" srcOrd="2" destOrd="0" parTransId="{D6C81C94-EB05-4115-9B11-9A737E637D78}" sibTransId="{7EAFAC6D-FC5D-46C1-AB2C-BB03ACB1D78A}"/>
    <dgm:cxn modelId="{3A5A0655-E5C0-413D-968B-F8543FF8A6BB}" type="presOf" srcId="{8039BEDA-EA0A-4458-8A1F-A24C789EE235}" destId="{75BCEA2D-7456-431B-88EF-7BB20C5D4471}" srcOrd="0" destOrd="0" presId="urn:microsoft.com/office/officeart/2018/5/layout/IconCircleLabelList"/>
    <dgm:cxn modelId="{81246DFB-37F1-4D45-9B92-DB4DA6B0667E}" type="presOf" srcId="{A5AEBF8C-179E-4363-9E6C-91627ACB3378}" destId="{943791BA-F61F-4731-941F-FC18B83D832D}" srcOrd="0" destOrd="0" presId="urn:microsoft.com/office/officeart/2018/5/layout/IconCircleLabelList"/>
    <dgm:cxn modelId="{986E4A60-9DFC-426E-AF80-0078D3A548FE}" type="presParOf" srcId="{D0DB9034-0486-4040-813C-0A59770A57D2}" destId="{6635B4CD-5B38-4F58-8917-2EB6D0736B89}" srcOrd="0" destOrd="0" presId="urn:microsoft.com/office/officeart/2018/5/layout/IconCircleLabelList"/>
    <dgm:cxn modelId="{8774918D-489F-4E1F-9263-627E7AEFC34C}" type="presParOf" srcId="{6635B4CD-5B38-4F58-8917-2EB6D0736B89}" destId="{6169BB2B-BF98-40AE-BC06-41A9934ED5AA}" srcOrd="0" destOrd="0" presId="urn:microsoft.com/office/officeart/2018/5/layout/IconCircleLabelList"/>
    <dgm:cxn modelId="{79D997E7-0FA0-4129-9F61-4582E7C9FB4A}" type="presParOf" srcId="{6635B4CD-5B38-4F58-8917-2EB6D0736B89}" destId="{9DE1993A-A48D-48AE-85F1-45AC0B2CE3FF}" srcOrd="1" destOrd="0" presId="urn:microsoft.com/office/officeart/2018/5/layout/IconCircleLabelList"/>
    <dgm:cxn modelId="{1E052823-7013-4929-9E08-F5E7C8E97607}" type="presParOf" srcId="{6635B4CD-5B38-4F58-8917-2EB6D0736B89}" destId="{4941B9EC-B123-4B8B-9998-A70883B47247}" srcOrd="2" destOrd="0" presId="urn:microsoft.com/office/officeart/2018/5/layout/IconCircleLabelList"/>
    <dgm:cxn modelId="{E26C03B9-0371-4D8A-80FE-63F70A11FC39}" type="presParOf" srcId="{6635B4CD-5B38-4F58-8917-2EB6D0736B89}" destId="{943791BA-F61F-4731-941F-FC18B83D832D}" srcOrd="3" destOrd="0" presId="urn:microsoft.com/office/officeart/2018/5/layout/IconCircleLabelList"/>
    <dgm:cxn modelId="{8CD002BA-A67A-4ED9-8324-361D9238AF46}" type="presParOf" srcId="{D0DB9034-0486-4040-813C-0A59770A57D2}" destId="{D0C8B6D6-AD3A-442D-8A72-48E45A20B53B}" srcOrd="1" destOrd="0" presId="urn:microsoft.com/office/officeart/2018/5/layout/IconCircleLabelList"/>
    <dgm:cxn modelId="{D8421796-2CBE-449E-B689-B636149A9DC8}" type="presParOf" srcId="{D0DB9034-0486-4040-813C-0A59770A57D2}" destId="{B94BADB1-3141-4875-8E37-35B3BB13A69C}" srcOrd="2" destOrd="0" presId="urn:microsoft.com/office/officeart/2018/5/layout/IconCircleLabelList"/>
    <dgm:cxn modelId="{69B456E9-A941-411B-98DE-275D025C649F}" type="presParOf" srcId="{B94BADB1-3141-4875-8E37-35B3BB13A69C}" destId="{99282CF3-84CA-4EFD-926E-A3027D727AE0}" srcOrd="0" destOrd="0" presId="urn:microsoft.com/office/officeart/2018/5/layout/IconCircleLabelList"/>
    <dgm:cxn modelId="{D37BC9EC-FF7B-4358-B262-4E22ADD12BA6}" type="presParOf" srcId="{B94BADB1-3141-4875-8E37-35B3BB13A69C}" destId="{70C1489E-6FF6-4898-A8F7-3CF9FE975C1C}" srcOrd="1" destOrd="0" presId="urn:microsoft.com/office/officeart/2018/5/layout/IconCircleLabelList"/>
    <dgm:cxn modelId="{9476CEE2-66A5-446D-B23B-C2882DF735BF}" type="presParOf" srcId="{B94BADB1-3141-4875-8E37-35B3BB13A69C}" destId="{D6E4A99B-E95C-4A5E-BCF6-B870FDF86978}" srcOrd="2" destOrd="0" presId="urn:microsoft.com/office/officeart/2018/5/layout/IconCircleLabelList"/>
    <dgm:cxn modelId="{23D89D93-1C60-47A1-815E-326EBF79FB80}" type="presParOf" srcId="{B94BADB1-3141-4875-8E37-35B3BB13A69C}" destId="{AF27F589-6E9D-4D06-9EBF-21A57856DF27}" srcOrd="3" destOrd="0" presId="urn:microsoft.com/office/officeart/2018/5/layout/IconCircleLabelList"/>
    <dgm:cxn modelId="{D32375FA-04F4-465E-AC54-5AF94C6FDCC4}" type="presParOf" srcId="{D0DB9034-0486-4040-813C-0A59770A57D2}" destId="{EBCAAA99-8C29-4669-BD58-275AD05675AE}" srcOrd="3" destOrd="0" presId="urn:microsoft.com/office/officeart/2018/5/layout/IconCircleLabelList"/>
    <dgm:cxn modelId="{F8B5B28A-67CE-4118-A16B-7EF7EE25B553}" type="presParOf" srcId="{D0DB9034-0486-4040-813C-0A59770A57D2}" destId="{B651C1DD-556A-44CE-AFDF-88FB5368A78F}" srcOrd="4" destOrd="0" presId="urn:microsoft.com/office/officeart/2018/5/layout/IconCircleLabelList"/>
    <dgm:cxn modelId="{AA562381-FBC8-414B-89FA-F4FD8BADE44F}" type="presParOf" srcId="{B651C1DD-556A-44CE-AFDF-88FB5368A78F}" destId="{DFF30679-9D2B-49B9-9CE4-CF2EFB1D0916}" srcOrd="0" destOrd="0" presId="urn:microsoft.com/office/officeart/2018/5/layout/IconCircleLabelList"/>
    <dgm:cxn modelId="{10371E8A-7EFD-4A72-A71F-D19A1E8641E3}" type="presParOf" srcId="{B651C1DD-556A-44CE-AFDF-88FB5368A78F}" destId="{8F47BADD-DA94-44C4-A7CF-443E206D03F3}" srcOrd="1" destOrd="0" presId="urn:microsoft.com/office/officeart/2018/5/layout/IconCircleLabelList"/>
    <dgm:cxn modelId="{3F144582-6EFE-4085-8CB7-CC86820734E0}" type="presParOf" srcId="{B651C1DD-556A-44CE-AFDF-88FB5368A78F}" destId="{B3997ACA-B953-461F-ACEF-0C6E15C242B9}" srcOrd="2" destOrd="0" presId="urn:microsoft.com/office/officeart/2018/5/layout/IconCircleLabelList"/>
    <dgm:cxn modelId="{0FE46A37-AD93-4EE8-BA17-75489B2EC227}" type="presParOf" srcId="{B651C1DD-556A-44CE-AFDF-88FB5368A78F}" destId="{75BCEA2D-7456-431B-88EF-7BB20C5D447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DB5F3E-262D-4F6B-A7DE-41EF6D448D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7506FF-B301-45AA-9832-155B384746FA}">
      <dgm:prSet/>
      <dgm:spPr/>
      <dgm:t>
        <a:bodyPr/>
        <a:lstStyle/>
        <a:p>
          <a:r>
            <a:rPr lang="en-US" dirty="0"/>
            <a:t>Rising chargebacks; limited Ops capacity (≈500 alerts/day).</a:t>
          </a:r>
        </a:p>
      </dgm:t>
    </dgm:pt>
    <dgm:pt modelId="{A9DE5FCE-7E6F-422E-9641-2DE027978372}" type="parTrans" cxnId="{AC8B83DB-5550-4FB1-9EF2-37DFD04DEAC6}">
      <dgm:prSet/>
      <dgm:spPr/>
      <dgm:t>
        <a:bodyPr/>
        <a:lstStyle/>
        <a:p>
          <a:endParaRPr lang="en-US"/>
        </a:p>
      </dgm:t>
    </dgm:pt>
    <dgm:pt modelId="{873ADB79-6CCE-4605-9F5C-BC5E7549D149}" type="sibTrans" cxnId="{AC8B83DB-5550-4FB1-9EF2-37DFD04DEAC6}">
      <dgm:prSet/>
      <dgm:spPr/>
      <dgm:t>
        <a:bodyPr/>
        <a:lstStyle/>
        <a:p>
          <a:endParaRPr lang="en-US"/>
        </a:p>
      </dgm:t>
    </dgm:pt>
    <dgm:pt modelId="{A0458E44-BE8F-4AD8-AAD8-C7A7BA0BC664}">
      <dgm:prSet/>
      <dgm:spPr/>
      <dgm:t>
        <a:bodyPr/>
        <a:lstStyle/>
        <a:p>
          <a:r>
            <a:rPr lang="en-US"/>
            <a:t>Cut fraud loss while protecting CX and investigator load.</a:t>
          </a:r>
        </a:p>
      </dgm:t>
    </dgm:pt>
    <dgm:pt modelId="{BFC2DC17-61AC-4550-BFD8-4FD90E5AC60A}" type="parTrans" cxnId="{BBC861A9-C769-4116-B43A-248F2556BF36}">
      <dgm:prSet/>
      <dgm:spPr/>
      <dgm:t>
        <a:bodyPr/>
        <a:lstStyle/>
        <a:p>
          <a:endParaRPr lang="en-US"/>
        </a:p>
      </dgm:t>
    </dgm:pt>
    <dgm:pt modelId="{B6C8B549-43D2-4DE4-AAE3-427BC6BFD457}" type="sibTrans" cxnId="{BBC861A9-C769-4116-B43A-248F2556BF36}">
      <dgm:prSet/>
      <dgm:spPr/>
      <dgm:t>
        <a:bodyPr/>
        <a:lstStyle/>
        <a:p>
          <a:endParaRPr lang="en-US"/>
        </a:p>
      </dgm:t>
    </dgm:pt>
    <dgm:pt modelId="{60B24FA8-559D-410A-B487-09E92B7E1744}">
      <dgm:prSet/>
      <dgm:spPr/>
      <dgm:t>
        <a:bodyPr/>
        <a:lstStyle/>
        <a:p>
          <a:r>
            <a:rPr lang="en-US"/>
            <a:t>Decision policy: pick threshold τ that maximises EV subject to FPR≤1% or alert budget.</a:t>
          </a:r>
        </a:p>
      </dgm:t>
    </dgm:pt>
    <dgm:pt modelId="{D15588EC-CA74-4D87-85F8-44942F2CE00C}" type="parTrans" cxnId="{5BE9A35D-6DB2-484B-BEE7-91F72AD3D492}">
      <dgm:prSet/>
      <dgm:spPr/>
      <dgm:t>
        <a:bodyPr/>
        <a:lstStyle/>
        <a:p>
          <a:endParaRPr lang="en-US"/>
        </a:p>
      </dgm:t>
    </dgm:pt>
    <dgm:pt modelId="{AFA34AC1-7B93-4B53-995B-F1B9B8EF88BF}" type="sibTrans" cxnId="{5BE9A35D-6DB2-484B-BEE7-91F72AD3D492}">
      <dgm:prSet/>
      <dgm:spPr/>
      <dgm:t>
        <a:bodyPr/>
        <a:lstStyle/>
        <a:p>
          <a:endParaRPr lang="en-US"/>
        </a:p>
      </dgm:t>
    </dgm:pt>
    <dgm:pt modelId="{94FE4AA5-4C04-4A71-B200-DF0A03F9DFDE}" type="pres">
      <dgm:prSet presAssocID="{BADB5F3E-262D-4F6B-A7DE-41EF6D448DE3}" presName="root" presStyleCnt="0">
        <dgm:presLayoutVars>
          <dgm:dir/>
          <dgm:resizeHandles val="exact"/>
        </dgm:presLayoutVars>
      </dgm:prSet>
      <dgm:spPr/>
    </dgm:pt>
    <dgm:pt modelId="{B0308CBF-406F-4727-8FE4-2EB312FBAF20}" type="pres">
      <dgm:prSet presAssocID="{397506FF-B301-45AA-9832-155B384746FA}" presName="compNode" presStyleCnt="0"/>
      <dgm:spPr/>
    </dgm:pt>
    <dgm:pt modelId="{4384FE61-FAFE-4A50-85F7-A92FEDDB3DDE}" type="pres">
      <dgm:prSet presAssocID="{397506FF-B301-45AA-9832-155B384746FA}" presName="bgRect" presStyleLbl="bgShp" presStyleIdx="0" presStyleCnt="3"/>
      <dgm:spPr/>
    </dgm:pt>
    <dgm:pt modelId="{D77CE7D9-3B61-407A-A94C-276C858F1158}" type="pres">
      <dgm:prSet presAssocID="{397506FF-B301-45AA-9832-155B384746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DC4AB0A0-3DC1-4589-B927-51F59AA2350D}" type="pres">
      <dgm:prSet presAssocID="{397506FF-B301-45AA-9832-155B384746FA}" presName="spaceRect" presStyleCnt="0"/>
      <dgm:spPr/>
    </dgm:pt>
    <dgm:pt modelId="{18FD4794-70FE-47C6-BDCB-CA863FECA194}" type="pres">
      <dgm:prSet presAssocID="{397506FF-B301-45AA-9832-155B384746FA}" presName="parTx" presStyleLbl="revTx" presStyleIdx="0" presStyleCnt="3">
        <dgm:presLayoutVars>
          <dgm:chMax val="0"/>
          <dgm:chPref val="0"/>
        </dgm:presLayoutVars>
      </dgm:prSet>
      <dgm:spPr/>
    </dgm:pt>
    <dgm:pt modelId="{28C40197-5885-44C1-BADD-858449C0758F}" type="pres">
      <dgm:prSet presAssocID="{873ADB79-6CCE-4605-9F5C-BC5E7549D149}" presName="sibTrans" presStyleCnt="0"/>
      <dgm:spPr/>
    </dgm:pt>
    <dgm:pt modelId="{155FE630-8778-4CBE-A9BB-F330AB4FE9B4}" type="pres">
      <dgm:prSet presAssocID="{A0458E44-BE8F-4AD8-AAD8-C7A7BA0BC664}" presName="compNode" presStyleCnt="0"/>
      <dgm:spPr/>
    </dgm:pt>
    <dgm:pt modelId="{3BD26120-93EA-46AC-B528-9BD80FFFFF7F}" type="pres">
      <dgm:prSet presAssocID="{A0458E44-BE8F-4AD8-AAD8-C7A7BA0BC664}" presName="bgRect" presStyleLbl="bgShp" presStyleIdx="1" presStyleCnt="3"/>
      <dgm:spPr/>
    </dgm:pt>
    <dgm:pt modelId="{4D92AECE-E39B-4B85-8C1D-B476DA2956A0}" type="pres">
      <dgm:prSet presAssocID="{A0458E44-BE8F-4AD8-AAD8-C7A7BA0BC6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5167A994-E600-4643-AC73-0F0FE561C768}" type="pres">
      <dgm:prSet presAssocID="{A0458E44-BE8F-4AD8-AAD8-C7A7BA0BC664}" presName="spaceRect" presStyleCnt="0"/>
      <dgm:spPr/>
    </dgm:pt>
    <dgm:pt modelId="{AA6FEEAE-5945-4C02-819D-685C56C674F4}" type="pres">
      <dgm:prSet presAssocID="{A0458E44-BE8F-4AD8-AAD8-C7A7BA0BC664}" presName="parTx" presStyleLbl="revTx" presStyleIdx="1" presStyleCnt="3">
        <dgm:presLayoutVars>
          <dgm:chMax val="0"/>
          <dgm:chPref val="0"/>
        </dgm:presLayoutVars>
      </dgm:prSet>
      <dgm:spPr/>
    </dgm:pt>
    <dgm:pt modelId="{4BE36095-5409-476E-A768-5AA1BF4AB9A6}" type="pres">
      <dgm:prSet presAssocID="{B6C8B549-43D2-4DE4-AAE3-427BC6BFD457}" presName="sibTrans" presStyleCnt="0"/>
      <dgm:spPr/>
    </dgm:pt>
    <dgm:pt modelId="{35F25FCF-97A9-48F8-A819-C24243A3ACE5}" type="pres">
      <dgm:prSet presAssocID="{60B24FA8-559D-410A-B487-09E92B7E1744}" presName="compNode" presStyleCnt="0"/>
      <dgm:spPr/>
    </dgm:pt>
    <dgm:pt modelId="{E9ED1509-6A1D-4E72-9FB1-AC6865AB75C3}" type="pres">
      <dgm:prSet presAssocID="{60B24FA8-559D-410A-B487-09E92B7E1744}" presName="bgRect" presStyleLbl="bgShp" presStyleIdx="2" presStyleCnt="3"/>
      <dgm:spPr/>
    </dgm:pt>
    <dgm:pt modelId="{2045BAA7-D0C4-483B-8431-B25975AA7967}" type="pres">
      <dgm:prSet presAssocID="{60B24FA8-559D-410A-B487-09E92B7E17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E7918F6-BF3B-41DD-90A0-2AE7372C072D}" type="pres">
      <dgm:prSet presAssocID="{60B24FA8-559D-410A-B487-09E92B7E1744}" presName="spaceRect" presStyleCnt="0"/>
      <dgm:spPr/>
    </dgm:pt>
    <dgm:pt modelId="{6EA9E840-82E1-4966-AA81-8DAB29E86D07}" type="pres">
      <dgm:prSet presAssocID="{60B24FA8-559D-410A-B487-09E92B7E17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BE9A35D-6DB2-484B-BEE7-91F72AD3D492}" srcId="{BADB5F3E-262D-4F6B-A7DE-41EF6D448DE3}" destId="{60B24FA8-559D-410A-B487-09E92B7E1744}" srcOrd="2" destOrd="0" parTransId="{D15588EC-CA74-4D87-85F8-44942F2CE00C}" sibTransId="{AFA34AC1-7B93-4B53-995B-F1B9B8EF88BF}"/>
    <dgm:cxn modelId="{F88CFA61-2322-4A45-8181-5BA6CD932991}" type="presOf" srcId="{BADB5F3E-262D-4F6B-A7DE-41EF6D448DE3}" destId="{94FE4AA5-4C04-4A71-B200-DF0A03F9DFDE}" srcOrd="0" destOrd="0" presId="urn:microsoft.com/office/officeart/2018/2/layout/IconVerticalSolidList"/>
    <dgm:cxn modelId="{D208F879-5E05-47EF-A764-9877B0B5E654}" type="presOf" srcId="{A0458E44-BE8F-4AD8-AAD8-C7A7BA0BC664}" destId="{AA6FEEAE-5945-4C02-819D-685C56C674F4}" srcOrd="0" destOrd="0" presId="urn:microsoft.com/office/officeart/2018/2/layout/IconVerticalSolidList"/>
    <dgm:cxn modelId="{BBC861A9-C769-4116-B43A-248F2556BF36}" srcId="{BADB5F3E-262D-4F6B-A7DE-41EF6D448DE3}" destId="{A0458E44-BE8F-4AD8-AAD8-C7A7BA0BC664}" srcOrd="1" destOrd="0" parTransId="{BFC2DC17-61AC-4550-BFD8-4FD90E5AC60A}" sibTransId="{B6C8B549-43D2-4DE4-AAE3-427BC6BFD457}"/>
    <dgm:cxn modelId="{66E32AC0-14C1-4AFD-BE7B-F4138FC17C60}" type="presOf" srcId="{60B24FA8-559D-410A-B487-09E92B7E1744}" destId="{6EA9E840-82E1-4966-AA81-8DAB29E86D07}" srcOrd="0" destOrd="0" presId="urn:microsoft.com/office/officeart/2018/2/layout/IconVerticalSolidList"/>
    <dgm:cxn modelId="{A9507DD1-E48C-4A7D-81E6-B0F9CF59939E}" type="presOf" srcId="{397506FF-B301-45AA-9832-155B384746FA}" destId="{18FD4794-70FE-47C6-BDCB-CA863FECA194}" srcOrd="0" destOrd="0" presId="urn:microsoft.com/office/officeart/2018/2/layout/IconVerticalSolidList"/>
    <dgm:cxn modelId="{AC8B83DB-5550-4FB1-9EF2-37DFD04DEAC6}" srcId="{BADB5F3E-262D-4F6B-A7DE-41EF6D448DE3}" destId="{397506FF-B301-45AA-9832-155B384746FA}" srcOrd="0" destOrd="0" parTransId="{A9DE5FCE-7E6F-422E-9641-2DE027978372}" sibTransId="{873ADB79-6CCE-4605-9F5C-BC5E7549D149}"/>
    <dgm:cxn modelId="{87B43BB9-7C33-4D72-A08C-1A3E657DB40E}" type="presParOf" srcId="{94FE4AA5-4C04-4A71-B200-DF0A03F9DFDE}" destId="{B0308CBF-406F-4727-8FE4-2EB312FBAF20}" srcOrd="0" destOrd="0" presId="urn:microsoft.com/office/officeart/2018/2/layout/IconVerticalSolidList"/>
    <dgm:cxn modelId="{BDB0804A-69C9-4FBC-8CA6-474FBDAA2511}" type="presParOf" srcId="{B0308CBF-406F-4727-8FE4-2EB312FBAF20}" destId="{4384FE61-FAFE-4A50-85F7-A92FEDDB3DDE}" srcOrd="0" destOrd="0" presId="urn:microsoft.com/office/officeart/2018/2/layout/IconVerticalSolidList"/>
    <dgm:cxn modelId="{FBE819ED-2D11-4FA6-9232-49CDA18D146D}" type="presParOf" srcId="{B0308CBF-406F-4727-8FE4-2EB312FBAF20}" destId="{D77CE7D9-3B61-407A-A94C-276C858F1158}" srcOrd="1" destOrd="0" presId="urn:microsoft.com/office/officeart/2018/2/layout/IconVerticalSolidList"/>
    <dgm:cxn modelId="{031DDB13-B3A2-43E2-97BB-ED85CA74D163}" type="presParOf" srcId="{B0308CBF-406F-4727-8FE4-2EB312FBAF20}" destId="{DC4AB0A0-3DC1-4589-B927-51F59AA2350D}" srcOrd="2" destOrd="0" presId="urn:microsoft.com/office/officeart/2018/2/layout/IconVerticalSolidList"/>
    <dgm:cxn modelId="{2DFC7716-EA72-4E20-B375-29771A7C38B7}" type="presParOf" srcId="{B0308CBF-406F-4727-8FE4-2EB312FBAF20}" destId="{18FD4794-70FE-47C6-BDCB-CA863FECA194}" srcOrd="3" destOrd="0" presId="urn:microsoft.com/office/officeart/2018/2/layout/IconVerticalSolidList"/>
    <dgm:cxn modelId="{51FD5E45-2627-42F4-927B-5DE71EB3B1D7}" type="presParOf" srcId="{94FE4AA5-4C04-4A71-B200-DF0A03F9DFDE}" destId="{28C40197-5885-44C1-BADD-858449C0758F}" srcOrd="1" destOrd="0" presId="urn:microsoft.com/office/officeart/2018/2/layout/IconVerticalSolidList"/>
    <dgm:cxn modelId="{5ACF1B2E-3CBF-4A20-BDE6-2D4C583BAB30}" type="presParOf" srcId="{94FE4AA5-4C04-4A71-B200-DF0A03F9DFDE}" destId="{155FE630-8778-4CBE-A9BB-F330AB4FE9B4}" srcOrd="2" destOrd="0" presId="urn:microsoft.com/office/officeart/2018/2/layout/IconVerticalSolidList"/>
    <dgm:cxn modelId="{7F3906B0-70D0-48EA-8AA5-BA058DC2B9F3}" type="presParOf" srcId="{155FE630-8778-4CBE-A9BB-F330AB4FE9B4}" destId="{3BD26120-93EA-46AC-B528-9BD80FFFFF7F}" srcOrd="0" destOrd="0" presId="urn:microsoft.com/office/officeart/2018/2/layout/IconVerticalSolidList"/>
    <dgm:cxn modelId="{5B323BEE-B778-4DDF-9875-F2EE4DCFA181}" type="presParOf" srcId="{155FE630-8778-4CBE-A9BB-F330AB4FE9B4}" destId="{4D92AECE-E39B-4B85-8C1D-B476DA2956A0}" srcOrd="1" destOrd="0" presId="urn:microsoft.com/office/officeart/2018/2/layout/IconVerticalSolidList"/>
    <dgm:cxn modelId="{EEB050F1-D318-4384-90AD-93ED8CF99B20}" type="presParOf" srcId="{155FE630-8778-4CBE-A9BB-F330AB4FE9B4}" destId="{5167A994-E600-4643-AC73-0F0FE561C768}" srcOrd="2" destOrd="0" presId="urn:microsoft.com/office/officeart/2018/2/layout/IconVerticalSolidList"/>
    <dgm:cxn modelId="{0F3FBCA1-05AC-4641-B1F5-6CAD3A9151BB}" type="presParOf" srcId="{155FE630-8778-4CBE-A9BB-F330AB4FE9B4}" destId="{AA6FEEAE-5945-4C02-819D-685C56C674F4}" srcOrd="3" destOrd="0" presId="urn:microsoft.com/office/officeart/2018/2/layout/IconVerticalSolidList"/>
    <dgm:cxn modelId="{23249CC6-FC14-4AB2-986A-B59379B812F0}" type="presParOf" srcId="{94FE4AA5-4C04-4A71-B200-DF0A03F9DFDE}" destId="{4BE36095-5409-476E-A768-5AA1BF4AB9A6}" srcOrd="3" destOrd="0" presId="urn:microsoft.com/office/officeart/2018/2/layout/IconVerticalSolidList"/>
    <dgm:cxn modelId="{F8E24864-3F36-4587-B302-45C55E681AF6}" type="presParOf" srcId="{94FE4AA5-4C04-4A71-B200-DF0A03F9DFDE}" destId="{35F25FCF-97A9-48F8-A819-C24243A3ACE5}" srcOrd="4" destOrd="0" presId="urn:microsoft.com/office/officeart/2018/2/layout/IconVerticalSolidList"/>
    <dgm:cxn modelId="{DEFC3C8C-5C99-489F-A827-0DAED5DD45DE}" type="presParOf" srcId="{35F25FCF-97A9-48F8-A819-C24243A3ACE5}" destId="{E9ED1509-6A1D-4E72-9FB1-AC6865AB75C3}" srcOrd="0" destOrd="0" presId="urn:microsoft.com/office/officeart/2018/2/layout/IconVerticalSolidList"/>
    <dgm:cxn modelId="{2485EC22-6D56-4B42-A11D-408A7E6299F8}" type="presParOf" srcId="{35F25FCF-97A9-48F8-A819-C24243A3ACE5}" destId="{2045BAA7-D0C4-483B-8431-B25975AA7967}" srcOrd="1" destOrd="0" presId="urn:microsoft.com/office/officeart/2018/2/layout/IconVerticalSolidList"/>
    <dgm:cxn modelId="{5770EFEC-C5BB-4AA7-BA07-A86CDAF74F84}" type="presParOf" srcId="{35F25FCF-97A9-48F8-A819-C24243A3ACE5}" destId="{8E7918F6-BF3B-41DD-90A0-2AE7372C072D}" srcOrd="2" destOrd="0" presId="urn:microsoft.com/office/officeart/2018/2/layout/IconVerticalSolidList"/>
    <dgm:cxn modelId="{1C93F487-4753-48EC-9164-DAB5578DF543}" type="presParOf" srcId="{35F25FCF-97A9-48F8-A819-C24243A3ACE5}" destId="{6EA9E840-82E1-4966-AA81-8DAB29E86D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5BC44C-3492-475B-B1C5-22274A4EA2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9AE5AD-0F79-4FD8-9075-8966680BF8C6}">
      <dgm:prSet/>
      <dgm:spPr/>
      <dgm:t>
        <a:bodyPr/>
        <a:lstStyle/>
        <a:p>
          <a:r>
            <a:rPr lang="en-US"/>
            <a:t>Real‑time transaction scoring (0–1).</a:t>
          </a:r>
        </a:p>
      </dgm:t>
    </dgm:pt>
    <dgm:pt modelId="{632F7FE1-B15F-4716-897D-4599BB6769B6}" type="parTrans" cxnId="{E3C278D8-D5BA-41F2-BB32-4664E50A5547}">
      <dgm:prSet/>
      <dgm:spPr/>
      <dgm:t>
        <a:bodyPr/>
        <a:lstStyle/>
        <a:p>
          <a:endParaRPr lang="en-US"/>
        </a:p>
      </dgm:t>
    </dgm:pt>
    <dgm:pt modelId="{22FC2748-C376-4244-8789-69FE2C7D3D82}" type="sibTrans" cxnId="{E3C278D8-D5BA-41F2-BB32-4664E50A5547}">
      <dgm:prSet/>
      <dgm:spPr/>
      <dgm:t>
        <a:bodyPr/>
        <a:lstStyle/>
        <a:p>
          <a:endParaRPr lang="en-US"/>
        </a:p>
      </dgm:t>
    </dgm:pt>
    <dgm:pt modelId="{C0490135-CA4C-4D52-9D88-3D7158F11375}">
      <dgm:prSet/>
      <dgm:spPr/>
      <dgm:t>
        <a:bodyPr/>
        <a:lstStyle/>
        <a:p>
          <a:r>
            <a:rPr lang="en-US" dirty="0"/>
            <a:t>Models: Logistic (balanced), Random Forest, </a:t>
          </a:r>
          <a:r>
            <a:rPr lang="en-US" dirty="0" err="1"/>
            <a:t>XGBoost</a:t>
          </a:r>
          <a:r>
            <a:rPr lang="en-US" dirty="0"/>
            <a:t> (</a:t>
          </a:r>
          <a:r>
            <a:rPr lang="en-US" dirty="0" err="1"/>
            <a:t>scale_pos_weight</a:t>
          </a:r>
          <a:r>
            <a:rPr lang="en-US" dirty="0"/>
            <a:t>).</a:t>
          </a:r>
        </a:p>
      </dgm:t>
    </dgm:pt>
    <dgm:pt modelId="{CC0B2925-8D71-40E6-9060-BF419B28AF6D}" type="parTrans" cxnId="{91A8AB5F-73BE-4471-BCD7-84875C0CA940}">
      <dgm:prSet/>
      <dgm:spPr/>
      <dgm:t>
        <a:bodyPr/>
        <a:lstStyle/>
        <a:p>
          <a:endParaRPr lang="en-US"/>
        </a:p>
      </dgm:t>
    </dgm:pt>
    <dgm:pt modelId="{AE576E36-FFA0-42C0-9364-2808C59D6885}" type="sibTrans" cxnId="{91A8AB5F-73BE-4471-BCD7-84875C0CA940}">
      <dgm:prSet/>
      <dgm:spPr/>
      <dgm:t>
        <a:bodyPr/>
        <a:lstStyle/>
        <a:p>
          <a:endParaRPr lang="en-US"/>
        </a:p>
      </dgm:t>
    </dgm:pt>
    <dgm:pt modelId="{74384366-AC4A-422A-891B-BDDE19E9EB40}">
      <dgm:prSet/>
      <dgm:spPr/>
      <dgm:t>
        <a:bodyPr/>
        <a:lstStyle/>
        <a:p>
          <a:r>
            <a:rPr lang="en-US" dirty="0"/>
            <a:t>Temporal validation (80/10/10 ordered by Time); leakage‑safe features.</a:t>
          </a:r>
        </a:p>
      </dgm:t>
    </dgm:pt>
    <dgm:pt modelId="{C1A2D0B5-8C1B-49E8-90E3-4666E5392B6F}" type="parTrans" cxnId="{55E4E59F-F713-47D2-865A-ADEBFA29FDF8}">
      <dgm:prSet/>
      <dgm:spPr/>
      <dgm:t>
        <a:bodyPr/>
        <a:lstStyle/>
        <a:p>
          <a:endParaRPr lang="en-US"/>
        </a:p>
      </dgm:t>
    </dgm:pt>
    <dgm:pt modelId="{2327A919-7F63-493D-A0F5-AF6C197176F5}" type="sibTrans" cxnId="{55E4E59F-F713-47D2-865A-ADEBFA29FDF8}">
      <dgm:prSet/>
      <dgm:spPr/>
      <dgm:t>
        <a:bodyPr/>
        <a:lstStyle/>
        <a:p>
          <a:endParaRPr lang="en-US"/>
        </a:p>
      </dgm:t>
    </dgm:pt>
    <dgm:pt modelId="{A0B38890-DD4B-4C60-AE8F-12D18AC62D22}" type="pres">
      <dgm:prSet presAssocID="{705BC44C-3492-475B-B1C5-22274A4EA219}" presName="linear" presStyleCnt="0">
        <dgm:presLayoutVars>
          <dgm:animLvl val="lvl"/>
          <dgm:resizeHandles val="exact"/>
        </dgm:presLayoutVars>
      </dgm:prSet>
      <dgm:spPr/>
    </dgm:pt>
    <dgm:pt modelId="{52F7D079-36E4-41D2-9288-7CA9C7E494A4}" type="pres">
      <dgm:prSet presAssocID="{B59AE5AD-0F79-4FD8-9075-8966680BF8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B21CB1-3F9A-49FB-9052-DC4C78946A90}" type="pres">
      <dgm:prSet presAssocID="{22FC2748-C376-4244-8789-69FE2C7D3D82}" presName="spacer" presStyleCnt="0"/>
      <dgm:spPr/>
    </dgm:pt>
    <dgm:pt modelId="{BF4A30E1-FD89-4F71-85A0-9D2F92426E12}" type="pres">
      <dgm:prSet presAssocID="{C0490135-CA4C-4D52-9D88-3D7158F113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4B85CB-5C41-4690-8FE7-D5D8FCD4BEA2}" type="pres">
      <dgm:prSet presAssocID="{AE576E36-FFA0-42C0-9364-2808C59D6885}" presName="spacer" presStyleCnt="0"/>
      <dgm:spPr/>
    </dgm:pt>
    <dgm:pt modelId="{4A5F26B7-36CB-43C4-8801-3E8476740381}" type="pres">
      <dgm:prSet presAssocID="{74384366-AC4A-422A-891B-BDDE19E9EB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3C5C07-B9A5-4BBB-B317-5F602F1EDF28}" type="presOf" srcId="{B59AE5AD-0F79-4FD8-9075-8966680BF8C6}" destId="{52F7D079-36E4-41D2-9288-7CA9C7E494A4}" srcOrd="0" destOrd="0" presId="urn:microsoft.com/office/officeart/2005/8/layout/vList2"/>
    <dgm:cxn modelId="{D79D6224-E363-4F91-97C6-86EB72E60649}" type="presOf" srcId="{74384366-AC4A-422A-891B-BDDE19E9EB40}" destId="{4A5F26B7-36CB-43C4-8801-3E8476740381}" srcOrd="0" destOrd="0" presId="urn:microsoft.com/office/officeart/2005/8/layout/vList2"/>
    <dgm:cxn modelId="{91A8AB5F-73BE-4471-BCD7-84875C0CA940}" srcId="{705BC44C-3492-475B-B1C5-22274A4EA219}" destId="{C0490135-CA4C-4D52-9D88-3D7158F11375}" srcOrd="1" destOrd="0" parTransId="{CC0B2925-8D71-40E6-9060-BF419B28AF6D}" sibTransId="{AE576E36-FFA0-42C0-9364-2808C59D6885}"/>
    <dgm:cxn modelId="{29A2A366-6FC4-431B-9812-1749831D01EC}" type="presOf" srcId="{705BC44C-3492-475B-B1C5-22274A4EA219}" destId="{A0B38890-DD4B-4C60-AE8F-12D18AC62D22}" srcOrd="0" destOrd="0" presId="urn:microsoft.com/office/officeart/2005/8/layout/vList2"/>
    <dgm:cxn modelId="{7651BD56-F839-4CE0-9C3D-F5192F6CEEE6}" type="presOf" srcId="{C0490135-CA4C-4D52-9D88-3D7158F11375}" destId="{BF4A30E1-FD89-4F71-85A0-9D2F92426E12}" srcOrd="0" destOrd="0" presId="urn:microsoft.com/office/officeart/2005/8/layout/vList2"/>
    <dgm:cxn modelId="{55E4E59F-F713-47D2-865A-ADEBFA29FDF8}" srcId="{705BC44C-3492-475B-B1C5-22274A4EA219}" destId="{74384366-AC4A-422A-891B-BDDE19E9EB40}" srcOrd="2" destOrd="0" parTransId="{C1A2D0B5-8C1B-49E8-90E3-4666E5392B6F}" sibTransId="{2327A919-7F63-493D-A0F5-AF6C197176F5}"/>
    <dgm:cxn modelId="{E3C278D8-D5BA-41F2-BB32-4664E50A5547}" srcId="{705BC44C-3492-475B-B1C5-22274A4EA219}" destId="{B59AE5AD-0F79-4FD8-9075-8966680BF8C6}" srcOrd="0" destOrd="0" parTransId="{632F7FE1-B15F-4716-897D-4599BB6769B6}" sibTransId="{22FC2748-C376-4244-8789-69FE2C7D3D82}"/>
    <dgm:cxn modelId="{E8BF5696-88C7-4689-988C-2D38D2B08DB8}" type="presParOf" srcId="{A0B38890-DD4B-4C60-AE8F-12D18AC62D22}" destId="{52F7D079-36E4-41D2-9288-7CA9C7E494A4}" srcOrd="0" destOrd="0" presId="urn:microsoft.com/office/officeart/2005/8/layout/vList2"/>
    <dgm:cxn modelId="{BA55851A-AE1E-467A-AF62-1205353DF452}" type="presParOf" srcId="{A0B38890-DD4B-4C60-AE8F-12D18AC62D22}" destId="{CBB21CB1-3F9A-49FB-9052-DC4C78946A90}" srcOrd="1" destOrd="0" presId="urn:microsoft.com/office/officeart/2005/8/layout/vList2"/>
    <dgm:cxn modelId="{F941DBF4-DEAB-45EF-B35D-3509EFF962C2}" type="presParOf" srcId="{A0B38890-DD4B-4C60-AE8F-12D18AC62D22}" destId="{BF4A30E1-FD89-4F71-85A0-9D2F92426E12}" srcOrd="2" destOrd="0" presId="urn:microsoft.com/office/officeart/2005/8/layout/vList2"/>
    <dgm:cxn modelId="{5943EC11-6C6C-4E9F-B17C-98AADEEC3CDF}" type="presParOf" srcId="{A0B38890-DD4B-4C60-AE8F-12D18AC62D22}" destId="{124B85CB-5C41-4690-8FE7-D5D8FCD4BEA2}" srcOrd="3" destOrd="0" presId="urn:microsoft.com/office/officeart/2005/8/layout/vList2"/>
    <dgm:cxn modelId="{BCDA58E8-F2BD-47CF-9137-F05CD509EBC5}" type="presParOf" srcId="{A0B38890-DD4B-4C60-AE8F-12D18AC62D22}" destId="{4A5F26B7-36CB-43C4-8801-3E84767403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66FC5A-6D79-4C07-B2CF-8D4B3918B1B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42C86BF-81CD-4CBD-9011-C655F8EE8D25}">
      <dgm:prSet/>
      <dgm:spPr/>
      <dgm:t>
        <a:bodyPr/>
        <a:lstStyle/>
        <a:p>
          <a:r>
            <a:rPr lang="en-US" dirty="0"/>
            <a:t>EV at tight FPR: RF @ FPR≈0.17% → EV ≈ ₱107k (test), ~65 ≈alerts, Precision ≈25 %., Recall ≈73%, </a:t>
          </a:r>
        </a:p>
      </dgm:t>
    </dgm:pt>
    <dgm:pt modelId="{11F2FD51-2DBD-4429-9359-2E0F89567CDD}" type="parTrans" cxnId="{EE63D944-6C4C-4141-8623-26FC3367D009}">
      <dgm:prSet/>
      <dgm:spPr/>
      <dgm:t>
        <a:bodyPr/>
        <a:lstStyle/>
        <a:p>
          <a:endParaRPr lang="en-US"/>
        </a:p>
      </dgm:t>
    </dgm:pt>
    <dgm:pt modelId="{9B1834DD-648C-40FB-BE54-FA1C7936F8F6}" type="sibTrans" cxnId="{EE63D944-6C4C-4141-8623-26FC3367D009}">
      <dgm:prSet/>
      <dgm:spPr/>
      <dgm:t>
        <a:bodyPr/>
        <a:lstStyle/>
        <a:p>
          <a:endParaRPr lang="en-US"/>
        </a:p>
      </dgm:t>
    </dgm:pt>
    <dgm:pt modelId="{480B6EA2-CB03-490B-988A-56A0E6353274}">
      <dgm:prSet/>
      <dgm:spPr/>
      <dgm:t>
        <a:bodyPr/>
        <a:lstStyle/>
        <a:p>
          <a:r>
            <a:rPr lang="en-US" dirty="0"/>
            <a:t>Under K=65 (test): Precision ≈25%, Recall ≈73%, FPR ≈ 0.17%EV ≈ ₱107k.</a:t>
          </a:r>
        </a:p>
      </dgm:t>
    </dgm:pt>
    <dgm:pt modelId="{E3CF3AF4-9511-4829-A977-4C9159A8BB8F}" type="parTrans" cxnId="{0CB8EA7E-7C1B-49FF-BD96-1D0D1E16A8CE}">
      <dgm:prSet/>
      <dgm:spPr/>
      <dgm:t>
        <a:bodyPr/>
        <a:lstStyle/>
        <a:p>
          <a:endParaRPr lang="en-US"/>
        </a:p>
      </dgm:t>
    </dgm:pt>
    <dgm:pt modelId="{9436831B-705E-434F-B7B9-79DA373D67B4}" type="sibTrans" cxnId="{0CB8EA7E-7C1B-49FF-BD96-1D0D1E16A8CE}">
      <dgm:prSet/>
      <dgm:spPr/>
      <dgm:t>
        <a:bodyPr/>
        <a:lstStyle/>
        <a:p>
          <a:endParaRPr lang="en-US"/>
        </a:p>
      </dgm:t>
    </dgm:pt>
    <dgm:pt modelId="{4C3E2513-CF80-42C1-8470-BD86DA462A0F}">
      <dgm:prSet/>
      <dgm:spPr/>
      <dgm:t>
        <a:bodyPr/>
        <a:lstStyle/>
        <a:p>
          <a:r>
            <a:rPr lang="en-US"/>
            <a:t>EV declines as K increases; tune τ to Ops capacity and CX guardrails.</a:t>
          </a:r>
        </a:p>
      </dgm:t>
    </dgm:pt>
    <dgm:pt modelId="{CA731100-165F-4CDC-A88A-11647FBD3ADF}" type="parTrans" cxnId="{BEB9B644-AD5E-4360-9254-376CA7D7BF0D}">
      <dgm:prSet/>
      <dgm:spPr/>
      <dgm:t>
        <a:bodyPr/>
        <a:lstStyle/>
        <a:p>
          <a:endParaRPr lang="en-US"/>
        </a:p>
      </dgm:t>
    </dgm:pt>
    <dgm:pt modelId="{4448D4A7-6718-46B8-AD80-38298A02C3E4}" type="sibTrans" cxnId="{BEB9B644-AD5E-4360-9254-376CA7D7BF0D}">
      <dgm:prSet/>
      <dgm:spPr/>
      <dgm:t>
        <a:bodyPr/>
        <a:lstStyle/>
        <a:p>
          <a:endParaRPr lang="en-US"/>
        </a:p>
      </dgm:t>
    </dgm:pt>
    <dgm:pt modelId="{2E0D5748-E7FB-46D2-9EFC-F525D94E3382}" type="pres">
      <dgm:prSet presAssocID="{5566FC5A-6D79-4C07-B2CF-8D4B3918B1B6}" presName="linear" presStyleCnt="0">
        <dgm:presLayoutVars>
          <dgm:animLvl val="lvl"/>
          <dgm:resizeHandles val="exact"/>
        </dgm:presLayoutVars>
      </dgm:prSet>
      <dgm:spPr/>
    </dgm:pt>
    <dgm:pt modelId="{1B10FC24-E49E-48F9-A071-3B767C0A743F}" type="pres">
      <dgm:prSet presAssocID="{642C86BF-81CD-4CBD-9011-C655F8EE8D2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7BCDEB7-600B-4880-AFDB-924A44930CDC}" type="pres">
      <dgm:prSet presAssocID="{9B1834DD-648C-40FB-BE54-FA1C7936F8F6}" presName="spacer" presStyleCnt="0"/>
      <dgm:spPr/>
    </dgm:pt>
    <dgm:pt modelId="{8056AC81-DF9A-4DA0-9A86-7FE0DD02C187}" type="pres">
      <dgm:prSet presAssocID="{480B6EA2-CB03-490B-988A-56A0E63532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0F0234-595E-4202-B74F-33B3497D0859}" type="pres">
      <dgm:prSet presAssocID="{9436831B-705E-434F-B7B9-79DA373D67B4}" presName="spacer" presStyleCnt="0"/>
      <dgm:spPr/>
    </dgm:pt>
    <dgm:pt modelId="{8C3C294E-AF1F-404B-B437-25A5D8357434}" type="pres">
      <dgm:prSet presAssocID="{4C3E2513-CF80-42C1-8470-BD86DA462A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B9B644-AD5E-4360-9254-376CA7D7BF0D}" srcId="{5566FC5A-6D79-4C07-B2CF-8D4B3918B1B6}" destId="{4C3E2513-CF80-42C1-8470-BD86DA462A0F}" srcOrd="2" destOrd="0" parTransId="{CA731100-165F-4CDC-A88A-11647FBD3ADF}" sibTransId="{4448D4A7-6718-46B8-AD80-38298A02C3E4}"/>
    <dgm:cxn modelId="{EE63D944-6C4C-4141-8623-26FC3367D009}" srcId="{5566FC5A-6D79-4C07-B2CF-8D4B3918B1B6}" destId="{642C86BF-81CD-4CBD-9011-C655F8EE8D25}" srcOrd="0" destOrd="0" parTransId="{11F2FD51-2DBD-4429-9359-2E0F89567CDD}" sibTransId="{9B1834DD-648C-40FB-BE54-FA1C7936F8F6}"/>
    <dgm:cxn modelId="{0CB8EA7E-7C1B-49FF-BD96-1D0D1E16A8CE}" srcId="{5566FC5A-6D79-4C07-B2CF-8D4B3918B1B6}" destId="{480B6EA2-CB03-490B-988A-56A0E6353274}" srcOrd="1" destOrd="0" parTransId="{E3CF3AF4-9511-4829-A977-4C9159A8BB8F}" sibTransId="{9436831B-705E-434F-B7B9-79DA373D67B4}"/>
    <dgm:cxn modelId="{D14B667F-8C3A-4E8A-8407-D6D5F211E356}" type="presOf" srcId="{4C3E2513-CF80-42C1-8470-BD86DA462A0F}" destId="{8C3C294E-AF1F-404B-B437-25A5D8357434}" srcOrd="0" destOrd="0" presId="urn:microsoft.com/office/officeart/2005/8/layout/vList2"/>
    <dgm:cxn modelId="{17F915B7-7247-43E2-BF9F-60C7B1B5EB2C}" type="presOf" srcId="{642C86BF-81CD-4CBD-9011-C655F8EE8D25}" destId="{1B10FC24-E49E-48F9-A071-3B767C0A743F}" srcOrd="0" destOrd="0" presId="urn:microsoft.com/office/officeart/2005/8/layout/vList2"/>
    <dgm:cxn modelId="{A3E98FE1-0560-41BC-ADB6-B046F11EF70E}" type="presOf" srcId="{480B6EA2-CB03-490B-988A-56A0E6353274}" destId="{8056AC81-DF9A-4DA0-9A86-7FE0DD02C187}" srcOrd="0" destOrd="0" presId="urn:microsoft.com/office/officeart/2005/8/layout/vList2"/>
    <dgm:cxn modelId="{24372AF0-486F-4364-93D6-4181DCD3D4D4}" type="presOf" srcId="{5566FC5A-6D79-4C07-B2CF-8D4B3918B1B6}" destId="{2E0D5748-E7FB-46D2-9EFC-F525D94E3382}" srcOrd="0" destOrd="0" presId="urn:microsoft.com/office/officeart/2005/8/layout/vList2"/>
    <dgm:cxn modelId="{5067B4CF-BB9E-4F2F-B3D2-831B792E8934}" type="presParOf" srcId="{2E0D5748-E7FB-46D2-9EFC-F525D94E3382}" destId="{1B10FC24-E49E-48F9-A071-3B767C0A743F}" srcOrd="0" destOrd="0" presId="urn:microsoft.com/office/officeart/2005/8/layout/vList2"/>
    <dgm:cxn modelId="{445758A5-3EA5-4F5B-B877-AA32A55836A1}" type="presParOf" srcId="{2E0D5748-E7FB-46D2-9EFC-F525D94E3382}" destId="{E7BCDEB7-600B-4880-AFDB-924A44930CDC}" srcOrd="1" destOrd="0" presId="urn:microsoft.com/office/officeart/2005/8/layout/vList2"/>
    <dgm:cxn modelId="{5B54BAFF-BFB2-4C29-ACDA-95AB6974EFC7}" type="presParOf" srcId="{2E0D5748-E7FB-46D2-9EFC-F525D94E3382}" destId="{8056AC81-DF9A-4DA0-9A86-7FE0DD02C187}" srcOrd="2" destOrd="0" presId="urn:microsoft.com/office/officeart/2005/8/layout/vList2"/>
    <dgm:cxn modelId="{40389AEE-636D-46BF-A6BD-1D511F3FC085}" type="presParOf" srcId="{2E0D5748-E7FB-46D2-9EFC-F525D94E3382}" destId="{C10F0234-595E-4202-B74F-33B3497D0859}" srcOrd="3" destOrd="0" presId="urn:microsoft.com/office/officeart/2005/8/layout/vList2"/>
    <dgm:cxn modelId="{E5282938-4868-41CC-B397-2AE87CA64C47}" type="presParOf" srcId="{2E0D5748-E7FB-46D2-9EFC-F525D94E3382}" destId="{8C3C294E-AF1F-404B-B437-25A5D83574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BA1EE3-07A3-4EAF-A3A1-6E94B6331A0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8CCFBA0-D41E-40FB-A3F9-B488C091AD2C}">
      <dgm:prSet/>
      <dgm:spPr/>
      <dgm:t>
        <a:bodyPr/>
        <a:lstStyle/>
        <a:p>
          <a:r>
            <a:rPr lang="en-US" dirty="0"/>
            <a:t>Operation point Chosen on validation  under FPR Cap of &lt;=0.5% applied to Test.</a:t>
          </a:r>
        </a:p>
      </dgm:t>
    </dgm:pt>
    <dgm:pt modelId="{12FD4A61-BDD2-4E63-8440-ABF2F4975604}" type="parTrans" cxnId="{09FF9D34-93B2-4911-AAAE-A3573450F104}">
      <dgm:prSet/>
      <dgm:spPr/>
      <dgm:t>
        <a:bodyPr/>
        <a:lstStyle/>
        <a:p>
          <a:endParaRPr lang="en-US"/>
        </a:p>
      </dgm:t>
    </dgm:pt>
    <dgm:pt modelId="{6BDA2E24-8EF8-4977-891E-55929754EA32}" type="sibTrans" cxnId="{09FF9D34-93B2-4911-AAAE-A3573450F104}">
      <dgm:prSet/>
      <dgm:spPr/>
      <dgm:t>
        <a:bodyPr/>
        <a:lstStyle/>
        <a:p>
          <a:endParaRPr lang="en-US"/>
        </a:p>
      </dgm:t>
    </dgm:pt>
    <dgm:pt modelId="{D2C8D44C-8CBC-44E3-B227-F7A73A134BCC}">
      <dgm:prSet/>
      <dgm:spPr/>
      <dgm:t>
        <a:bodyPr/>
        <a:lstStyle/>
        <a:p>
          <a:r>
            <a:rPr lang="en-US" dirty="0"/>
            <a:t>Test: ~65≈alerts | Precision ≈25% | Recall ≈73% | FPR ≈0.17%.</a:t>
          </a:r>
        </a:p>
      </dgm:t>
    </dgm:pt>
    <dgm:pt modelId="{91C63A8B-6D67-4C30-83B7-393BEA8FFEBD}" type="parTrans" cxnId="{61B914BB-9394-4676-97BB-D397BCBE3898}">
      <dgm:prSet/>
      <dgm:spPr/>
      <dgm:t>
        <a:bodyPr/>
        <a:lstStyle/>
        <a:p>
          <a:endParaRPr lang="en-US"/>
        </a:p>
      </dgm:t>
    </dgm:pt>
    <dgm:pt modelId="{80F56902-66BF-4377-94A4-F78A3B2C0974}" type="sibTrans" cxnId="{61B914BB-9394-4676-97BB-D397BCBE3898}">
      <dgm:prSet/>
      <dgm:spPr/>
      <dgm:t>
        <a:bodyPr/>
        <a:lstStyle/>
        <a:p>
          <a:endParaRPr lang="en-US"/>
        </a:p>
      </dgm:t>
    </dgm:pt>
    <dgm:pt modelId="{1353D638-931F-4C94-9278-5C79F81FA5EE}">
      <dgm:prSet/>
      <dgm:spPr/>
      <dgm:t>
        <a:bodyPr/>
        <a:lstStyle/>
        <a:p>
          <a:r>
            <a:rPr lang="en-US" dirty="0"/>
            <a:t>Expected Value on the test: ≈ ₱107k (scales with volume).</a:t>
          </a:r>
        </a:p>
      </dgm:t>
    </dgm:pt>
    <dgm:pt modelId="{AB2B5893-A9B6-4072-9A83-62D7678E4B89}" type="parTrans" cxnId="{E4F49061-3DE4-4797-A999-AD7A854E3927}">
      <dgm:prSet/>
      <dgm:spPr/>
      <dgm:t>
        <a:bodyPr/>
        <a:lstStyle/>
        <a:p>
          <a:endParaRPr lang="en-US"/>
        </a:p>
      </dgm:t>
    </dgm:pt>
    <dgm:pt modelId="{CAF70FA5-C5A3-4A76-AAB0-E45694D70FCB}" type="sibTrans" cxnId="{E4F49061-3DE4-4797-A999-AD7A854E3927}">
      <dgm:prSet/>
      <dgm:spPr/>
      <dgm:t>
        <a:bodyPr/>
        <a:lstStyle/>
        <a:p>
          <a:endParaRPr lang="en-US"/>
        </a:p>
      </dgm:t>
    </dgm:pt>
    <dgm:pt modelId="{0EE3E706-47BE-4868-8B0A-72083D06D748}" type="pres">
      <dgm:prSet presAssocID="{EBBA1EE3-07A3-4EAF-A3A1-6E94B6331A0F}" presName="linear" presStyleCnt="0">
        <dgm:presLayoutVars>
          <dgm:animLvl val="lvl"/>
          <dgm:resizeHandles val="exact"/>
        </dgm:presLayoutVars>
      </dgm:prSet>
      <dgm:spPr/>
    </dgm:pt>
    <dgm:pt modelId="{9426EA41-BFBE-44E2-A667-A14FBB70A7BE}" type="pres">
      <dgm:prSet presAssocID="{A8CCFBA0-D41E-40FB-A3F9-B488C091AD2C}" presName="parentText" presStyleLbl="node1" presStyleIdx="0" presStyleCnt="3" custLinFactNeighborX="-1192" custLinFactNeighborY="-22703">
        <dgm:presLayoutVars>
          <dgm:chMax val="0"/>
          <dgm:bulletEnabled val="1"/>
        </dgm:presLayoutVars>
      </dgm:prSet>
      <dgm:spPr/>
    </dgm:pt>
    <dgm:pt modelId="{7BC6C6DD-07F4-43EA-B065-744F5290B895}" type="pres">
      <dgm:prSet presAssocID="{6BDA2E24-8EF8-4977-891E-55929754EA32}" presName="spacer" presStyleCnt="0"/>
      <dgm:spPr/>
    </dgm:pt>
    <dgm:pt modelId="{E061B3A7-60DA-43ED-9599-F28C665916BB}" type="pres">
      <dgm:prSet presAssocID="{D2C8D44C-8CBC-44E3-B227-F7A73A134B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ADCA35-8AE8-4B9D-8598-1FD6A224F043}" type="pres">
      <dgm:prSet presAssocID="{80F56902-66BF-4377-94A4-F78A3B2C0974}" presName="spacer" presStyleCnt="0"/>
      <dgm:spPr/>
    </dgm:pt>
    <dgm:pt modelId="{D90C292D-6357-492F-A1C4-FAEF2E9DC5A7}" type="pres">
      <dgm:prSet presAssocID="{1353D638-931F-4C94-9278-5C79F81FA5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BFA3F31-F7E5-4195-BBE5-789D14197556}" type="presOf" srcId="{1353D638-931F-4C94-9278-5C79F81FA5EE}" destId="{D90C292D-6357-492F-A1C4-FAEF2E9DC5A7}" srcOrd="0" destOrd="0" presId="urn:microsoft.com/office/officeart/2005/8/layout/vList2"/>
    <dgm:cxn modelId="{09FF9D34-93B2-4911-AAAE-A3573450F104}" srcId="{EBBA1EE3-07A3-4EAF-A3A1-6E94B6331A0F}" destId="{A8CCFBA0-D41E-40FB-A3F9-B488C091AD2C}" srcOrd="0" destOrd="0" parTransId="{12FD4A61-BDD2-4E63-8440-ABF2F4975604}" sibTransId="{6BDA2E24-8EF8-4977-891E-55929754EA32}"/>
    <dgm:cxn modelId="{F8C1425B-2728-4EC6-BCEC-5DC20247B833}" type="presOf" srcId="{EBBA1EE3-07A3-4EAF-A3A1-6E94B6331A0F}" destId="{0EE3E706-47BE-4868-8B0A-72083D06D748}" srcOrd="0" destOrd="0" presId="urn:microsoft.com/office/officeart/2005/8/layout/vList2"/>
    <dgm:cxn modelId="{E4F49061-3DE4-4797-A999-AD7A854E3927}" srcId="{EBBA1EE3-07A3-4EAF-A3A1-6E94B6331A0F}" destId="{1353D638-931F-4C94-9278-5C79F81FA5EE}" srcOrd="2" destOrd="0" parTransId="{AB2B5893-A9B6-4072-9A83-62D7678E4B89}" sibTransId="{CAF70FA5-C5A3-4A76-AAB0-E45694D70FCB}"/>
    <dgm:cxn modelId="{F2C8D888-7760-46F9-8168-3CAA44DDC1E5}" type="presOf" srcId="{D2C8D44C-8CBC-44E3-B227-F7A73A134BCC}" destId="{E061B3A7-60DA-43ED-9599-F28C665916BB}" srcOrd="0" destOrd="0" presId="urn:microsoft.com/office/officeart/2005/8/layout/vList2"/>
    <dgm:cxn modelId="{61B914BB-9394-4676-97BB-D397BCBE3898}" srcId="{EBBA1EE3-07A3-4EAF-A3A1-6E94B6331A0F}" destId="{D2C8D44C-8CBC-44E3-B227-F7A73A134BCC}" srcOrd="1" destOrd="0" parTransId="{91C63A8B-6D67-4C30-83B7-393BEA8FFEBD}" sibTransId="{80F56902-66BF-4377-94A4-F78A3B2C0974}"/>
    <dgm:cxn modelId="{6FA98ED8-08CF-4882-A2EE-D60B4D00F192}" type="presOf" srcId="{A8CCFBA0-D41E-40FB-A3F9-B488C091AD2C}" destId="{9426EA41-BFBE-44E2-A667-A14FBB70A7BE}" srcOrd="0" destOrd="0" presId="urn:microsoft.com/office/officeart/2005/8/layout/vList2"/>
    <dgm:cxn modelId="{3A88716B-161A-4B02-8B25-48B93D7523E7}" type="presParOf" srcId="{0EE3E706-47BE-4868-8B0A-72083D06D748}" destId="{9426EA41-BFBE-44E2-A667-A14FBB70A7BE}" srcOrd="0" destOrd="0" presId="urn:microsoft.com/office/officeart/2005/8/layout/vList2"/>
    <dgm:cxn modelId="{BFD22D8B-49E9-4C43-AF7B-B9242720234E}" type="presParOf" srcId="{0EE3E706-47BE-4868-8B0A-72083D06D748}" destId="{7BC6C6DD-07F4-43EA-B065-744F5290B895}" srcOrd="1" destOrd="0" presId="urn:microsoft.com/office/officeart/2005/8/layout/vList2"/>
    <dgm:cxn modelId="{C7F6719A-ECF3-4B4D-B0BC-425D6F53DE2B}" type="presParOf" srcId="{0EE3E706-47BE-4868-8B0A-72083D06D748}" destId="{E061B3A7-60DA-43ED-9599-F28C665916BB}" srcOrd="2" destOrd="0" presId="urn:microsoft.com/office/officeart/2005/8/layout/vList2"/>
    <dgm:cxn modelId="{024B9F43-6E42-4D3A-B7F1-9EA04EF4C38C}" type="presParOf" srcId="{0EE3E706-47BE-4868-8B0A-72083D06D748}" destId="{5AADCA35-8AE8-4B9D-8598-1FD6A224F043}" srcOrd="3" destOrd="0" presId="urn:microsoft.com/office/officeart/2005/8/layout/vList2"/>
    <dgm:cxn modelId="{DAF0ACBD-3C0C-4CBB-9748-0C142282193E}" type="presParOf" srcId="{0EE3E706-47BE-4868-8B0A-72083D06D748}" destId="{D90C292D-6357-492F-A1C4-FAEF2E9DC5A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D56FA1-8425-4B25-A2B9-9FAAD36719E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73D163A-3292-4C42-AD97-DA618577420D}">
      <dgm:prSet/>
      <dgm:spPr/>
      <dgm:t>
        <a:bodyPr/>
        <a:lstStyle/>
        <a:p>
          <a:r>
            <a:rPr lang="en-US" dirty="0"/>
            <a:t>Workload: configurable 65–250 alerts/day in initial rollout scenarios.</a:t>
          </a:r>
        </a:p>
      </dgm:t>
    </dgm:pt>
    <dgm:pt modelId="{337EAC6D-7041-4FD4-9CA9-F1F341FCAF7D}" type="parTrans" cxnId="{B4D6575F-DDA0-4226-8458-72D1D9E0B40C}">
      <dgm:prSet/>
      <dgm:spPr/>
      <dgm:t>
        <a:bodyPr/>
        <a:lstStyle/>
        <a:p>
          <a:endParaRPr lang="en-US"/>
        </a:p>
      </dgm:t>
    </dgm:pt>
    <dgm:pt modelId="{E479AC26-F58C-4B42-B726-9BE3B20836C4}" type="sibTrans" cxnId="{B4D6575F-DDA0-4226-8458-72D1D9E0B40C}">
      <dgm:prSet/>
      <dgm:spPr/>
      <dgm:t>
        <a:bodyPr/>
        <a:lstStyle/>
        <a:p>
          <a:endParaRPr lang="en-US"/>
        </a:p>
      </dgm:t>
    </dgm:pt>
    <dgm:pt modelId="{CB39B3F5-0E3F-45B9-A6AA-8EC2E03AA087}">
      <dgm:prSet/>
      <dgm:spPr/>
      <dgm:t>
        <a:bodyPr/>
        <a:lstStyle/>
        <a:p>
          <a:r>
            <a:rPr lang="en-US"/>
            <a:t>CX: FPR cap ≤1% limits unnecessary reviews/declines.</a:t>
          </a:r>
        </a:p>
      </dgm:t>
    </dgm:pt>
    <dgm:pt modelId="{4E7B6A87-814E-4130-AD29-B87C6E3A9072}" type="parTrans" cxnId="{DADC0E4D-7C17-4BAB-827A-23383558B712}">
      <dgm:prSet/>
      <dgm:spPr/>
      <dgm:t>
        <a:bodyPr/>
        <a:lstStyle/>
        <a:p>
          <a:endParaRPr lang="en-US"/>
        </a:p>
      </dgm:t>
    </dgm:pt>
    <dgm:pt modelId="{168EFEA8-2D0A-49F1-9180-9A721B8BF2EE}" type="sibTrans" cxnId="{DADC0E4D-7C17-4BAB-827A-23383558B712}">
      <dgm:prSet/>
      <dgm:spPr/>
      <dgm:t>
        <a:bodyPr/>
        <a:lstStyle/>
        <a:p>
          <a:endParaRPr lang="en-US"/>
        </a:p>
      </dgm:t>
    </dgm:pt>
    <dgm:pt modelId="{E91DC83D-36C9-4FE1-9F6C-54B2F03FDB0C}">
      <dgm:prSet/>
      <dgm:spPr/>
      <dgm:t>
        <a:bodyPr/>
        <a:lstStyle/>
        <a:p>
          <a:r>
            <a:rPr lang="en-US" dirty="0"/>
            <a:t>Savings: more early‑stage CNP attacks intercepted at controlled cost.</a:t>
          </a:r>
        </a:p>
      </dgm:t>
    </dgm:pt>
    <dgm:pt modelId="{25E471DD-7D8E-419B-85C2-A9E03CCB8636}" type="parTrans" cxnId="{7DDCD77A-6433-43FA-A2FD-63FDDA557DEB}">
      <dgm:prSet/>
      <dgm:spPr/>
      <dgm:t>
        <a:bodyPr/>
        <a:lstStyle/>
        <a:p>
          <a:endParaRPr lang="en-US"/>
        </a:p>
      </dgm:t>
    </dgm:pt>
    <dgm:pt modelId="{FF8A0183-AF18-486C-AA2A-BE70624C9499}" type="sibTrans" cxnId="{7DDCD77A-6433-43FA-A2FD-63FDDA557DEB}">
      <dgm:prSet/>
      <dgm:spPr/>
      <dgm:t>
        <a:bodyPr/>
        <a:lstStyle/>
        <a:p>
          <a:endParaRPr lang="en-US"/>
        </a:p>
      </dgm:t>
    </dgm:pt>
    <dgm:pt modelId="{698A0533-4B97-4AEC-9492-953AD8236EDB}" type="pres">
      <dgm:prSet presAssocID="{75D56FA1-8425-4B25-A2B9-9FAAD36719EB}" presName="linear" presStyleCnt="0">
        <dgm:presLayoutVars>
          <dgm:animLvl val="lvl"/>
          <dgm:resizeHandles val="exact"/>
        </dgm:presLayoutVars>
      </dgm:prSet>
      <dgm:spPr/>
    </dgm:pt>
    <dgm:pt modelId="{396D5B29-4ADE-4E13-BC33-52FB23F7E0A1}" type="pres">
      <dgm:prSet presAssocID="{373D163A-3292-4C42-AD97-DA61857742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A27F4F-8FA3-4564-BF1A-5239C5C7A3A9}" type="pres">
      <dgm:prSet presAssocID="{E479AC26-F58C-4B42-B726-9BE3B20836C4}" presName="spacer" presStyleCnt="0"/>
      <dgm:spPr/>
    </dgm:pt>
    <dgm:pt modelId="{006CBCFC-BB81-4EDC-8216-ADED28DBE247}" type="pres">
      <dgm:prSet presAssocID="{CB39B3F5-0E3F-45B9-A6AA-8EC2E03AA0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645E16-70F7-43E8-BC0C-145006201C08}" type="pres">
      <dgm:prSet presAssocID="{168EFEA8-2D0A-49F1-9180-9A721B8BF2EE}" presName="spacer" presStyleCnt="0"/>
      <dgm:spPr/>
    </dgm:pt>
    <dgm:pt modelId="{8788FA53-08E3-46D7-904D-56D83370C6BC}" type="pres">
      <dgm:prSet presAssocID="{E91DC83D-36C9-4FE1-9F6C-54B2F03FDB0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D6575F-DDA0-4226-8458-72D1D9E0B40C}" srcId="{75D56FA1-8425-4B25-A2B9-9FAAD36719EB}" destId="{373D163A-3292-4C42-AD97-DA618577420D}" srcOrd="0" destOrd="0" parTransId="{337EAC6D-7041-4FD4-9CA9-F1F341FCAF7D}" sibTransId="{E479AC26-F58C-4B42-B726-9BE3B20836C4}"/>
    <dgm:cxn modelId="{DADC0E4D-7C17-4BAB-827A-23383558B712}" srcId="{75D56FA1-8425-4B25-A2B9-9FAAD36719EB}" destId="{CB39B3F5-0E3F-45B9-A6AA-8EC2E03AA087}" srcOrd="1" destOrd="0" parTransId="{4E7B6A87-814E-4130-AD29-B87C6E3A9072}" sibTransId="{168EFEA8-2D0A-49F1-9180-9A721B8BF2EE}"/>
    <dgm:cxn modelId="{7DDCD77A-6433-43FA-A2FD-63FDDA557DEB}" srcId="{75D56FA1-8425-4B25-A2B9-9FAAD36719EB}" destId="{E91DC83D-36C9-4FE1-9F6C-54B2F03FDB0C}" srcOrd="2" destOrd="0" parTransId="{25E471DD-7D8E-419B-85C2-A9E03CCB8636}" sibTransId="{FF8A0183-AF18-486C-AA2A-BE70624C9499}"/>
    <dgm:cxn modelId="{0BB346A6-C566-440A-9C97-3D29AA4DF63A}" type="presOf" srcId="{373D163A-3292-4C42-AD97-DA618577420D}" destId="{396D5B29-4ADE-4E13-BC33-52FB23F7E0A1}" srcOrd="0" destOrd="0" presId="urn:microsoft.com/office/officeart/2005/8/layout/vList2"/>
    <dgm:cxn modelId="{0C9968C1-E76A-407B-9CBC-F0808B00F0CE}" type="presOf" srcId="{E91DC83D-36C9-4FE1-9F6C-54B2F03FDB0C}" destId="{8788FA53-08E3-46D7-904D-56D83370C6BC}" srcOrd="0" destOrd="0" presId="urn:microsoft.com/office/officeart/2005/8/layout/vList2"/>
    <dgm:cxn modelId="{BF0ECDCE-070D-45C7-AD59-A8B269CCA40A}" type="presOf" srcId="{75D56FA1-8425-4B25-A2B9-9FAAD36719EB}" destId="{698A0533-4B97-4AEC-9492-953AD8236EDB}" srcOrd="0" destOrd="0" presId="urn:microsoft.com/office/officeart/2005/8/layout/vList2"/>
    <dgm:cxn modelId="{7681C3F5-815F-44BA-BD24-E30007095D07}" type="presOf" srcId="{CB39B3F5-0E3F-45B9-A6AA-8EC2E03AA087}" destId="{006CBCFC-BB81-4EDC-8216-ADED28DBE247}" srcOrd="0" destOrd="0" presId="urn:microsoft.com/office/officeart/2005/8/layout/vList2"/>
    <dgm:cxn modelId="{FEB72CF6-8744-4A2A-8F1F-46CD5B7277E0}" type="presParOf" srcId="{698A0533-4B97-4AEC-9492-953AD8236EDB}" destId="{396D5B29-4ADE-4E13-BC33-52FB23F7E0A1}" srcOrd="0" destOrd="0" presId="urn:microsoft.com/office/officeart/2005/8/layout/vList2"/>
    <dgm:cxn modelId="{91CB01DC-2F63-4F4B-9E17-A8A9975AC6A6}" type="presParOf" srcId="{698A0533-4B97-4AEC-9492-953AD8236EDB}" destId="{1AA27F4F-8FA3-4564-BF1A-5239C5C7A3A9}" srcOrd="1" destOrd="0" presId="urn:microsoft.com/office/officeart/2005/8/layout/vList2"/>
    <dgm:cxn modelId="{DD3C0986-87C4-4D17-A0A2-553B0E8DF9A9}" type="presParOf" srcId="{698A0533-4B97-4AEC-9492-953AD8236EDB}" destId="{006CBCFC-BB81-4EDC-8216-ADED28DBE247}" srcOrd="2" destOrd="0" presId="urn:microsoft.com/office/officeart/2005/8/layout/vList2"/>
    <dgm:cxn modelId="{F6B70B0E-9327-4594-8513-87DC6716517C}" type="presParOf" srcId="{698A0533-4B97-4AEC-9492-953AD8236EDB}" destId="{78645E16-70F7-43E8-BC0C-145006201C08}" srcOrd="3" destOrd="0" presId="urn:microsoft.com/office/officeart/2005/8/layout/vList2"/>
    <dgm:cxn modelId="{ABBE6A3F-D4C5-4BD8-B14E-C13604532D95}" type="presParOf" srcId="{698A0533-4B97-4AEC-9492-953AD8236EDB}" destId="{8788FA53-08E3-46D7-904D-56D83370C6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0CC05F-6538-4D29-A37D-BDAB6F94489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40884AC-315A-4F5C-9146-9A2E4100E2D1}">
      <dgm:prSet/>
      <dgm:spPr/>
      <dgm:t>
        <a:bodyPr/>
        <a:lstStyle/>
        <a:p>
          <a:r>
            <a:rPr lang="en-US" dirty="0"/>
            <a:t>Drift monitoring (PSI) + monthly threshold recalibration.</a:t>
          </a:r>
        </a:p>
      </dgm:t>
    </dgm:pt>
    <dgm:pt modelId="{DA95B1BA-6968-40BF-BD34-DC0674206344}" type="parTrans" cxnId="{2E6D198C-6D3A-41FC-B7BD-880AF87E774C}">
      <dgm:prSet/>
      <dgm:spPr/>
      <dgm:t>
        <a:bodyPr/>
        <a:lstStyle/>
        <a:p>
          <a:endParaRPr lang="en-US"/>
        </a:p>
      </dgm:t>
    </dgm:pt>
    <dgm:pt modelId="{CE274343-9A58-42EB-9062-CA7E1A5E62D6}" type="sibTrans" cxnId="{2E6D198C-6D3A-41FC-B7BD-880AF87E774C}">
      <dgm:prSet/>
      <dgm:spPr/>
      <dgm:t>
        <a:bodyPr/>
        <a:lstStyle/>
        <a:p>
          <a:endParaRPr lang="en-US"/>
        </a:p>
      </dgm:t>
    </dgm:pt>
    <dgm:pt modelId="{04360034-CB79-47B7-8896-A3F3D92F28E3}">
      <dgm:prSet/>
      <dgm:spPr/>
      <dgm:t>
        <a:bodyPr/>
        <a:lstStyle/>
        <a:p>
          <a:r>
            <a:rPr lang="en-US"/>
            <a:t>Fairness slices (amount/hour) monitored; route thresholds if needed.</a:t>
          </a:r>
        </a:p>
      </dgm:t>
    </dgm:pt>
    <dgm:pt modelId="{D9A1E7A9-DFDC-43A3-B230-047AE0FB1F49}" type="parTrans" cxnId="{90DD8CD2-D776-4999-A52A-CA0BBD3AF292}">
      <dgm:prSet/>
      <dgm:spPr/>
      <dgm:t>
        <a:bodyPr/>
        <a:lstStyle/>
        <a:p>
          <a:endParaRPr lang="en-US"/>
        </a:p>
      </dgm:t>
    </dgm:pt>
    <dgm:pt modelId="{0C96B4E5-F43D-4CE2-977A-8CAF42BA1E65}" type="sibTrans" cxnId="{90DD8CD2-D776-4999-A52A-CA0BBD3AF292}">
      <dgm:prSet/>
      <dgm:spPr/>
      <dgm:t>
        <a:bodyPr/>
        <a:lstStyle/>
        <a:p>
          <a:endParaRPr lang="en-US"/>
        </a:p>
      </dgm:t>
    </dgm:pt>
    <dgm:pt modelId="{0F9F46EB-4BA5-42A6-AF28-909CE1EC941A}">
      <dgm:prSet/>
      <dgm:spPr/>
      <dgm:t>
        <a:bodyPr/>
        <a:lstStyle/>
        <a:p>
          <a:r>
            <a:rPr lang="en-US"/>
            <a:t>Repo with saved reports/figures &amp; requirements; deterministic temporal splits.</a:t>
          </a:r>
        </a:p>
      </dgm:t>
    </dgm:pt>
    <dgm:pt modelId="{1F7D75DE-A523-4AE5-8793-894752D87261}" type="parTrans" cxnId="{A5C8F95C-E614-47F0-B815-F48E6773DF39}">
      <dgm:prSet/>
      <dgm:spPr/>
      <dgm:t>
        <a:bodyPr/>
        <a:lstStyle/>
        <a:p>
          <a:endParaRPr lang="en-US"/>
        </a:p>
      </dgm:t>
    </dgm:pt>
    <dgm:pt modelId="{57129164-094C-47DF-B3E7-A6A8E23835B0}" type="sibTrans" cxnId="{A5C8F95C-E614-47F0-B815-F48E6773DF39}">
      <dgm:prSet/>
      <dgm:spPr/>
      <dgm:t>
        <a:bodyPr/>
        <a:lstStyle/>
        <a:p>
          <a:endParaRPr lang="en-US"/>
        </a:p>
      </dgm:t>
    </dgm:pt>
    <dgm:pt modelId="{EFD838E1-B6AC-4887-AF33-3E9C5040FB43}">
      <dgm:prSet/>
      <dgm:spPr/>
      <dgm:t>
        <a:bodyPr/>
        <a:lstStyle/>
        <a:p>
          <a:r>
            <a:rPr lang="en-US"/>
            <a:t>Latency target ≤300 ms; RF/XGB feasible.</a:t>
          </a:r>
        </a:p>
      </dgm:t>
    </dgm:pt>
    <dgm:pt modelId="{305226DB-EF30-4D9B-9E21-5D84A8160697}" type="parTrans" cxnId="{2BBCC2C1-A4E6-4A9A-9873-DF4035758A9A}">
      <dgm:prSet/>
      <dgm:spPr/>
      <dgm:t>
        <a:bodyPr/>
        <a:lstStyle/>
        <a:p>
          <a:endParaRPr lang="en-US"/>
        </a:p>
      </dgm:t>
    </dgm:pt>
    <dgm:pt modelId="{7A5F56CF-3F97-482A-949A-9FE7F577FD3C}" type="sibTrans" cxnId="{2BBCC2C1-A4E6-4A9A-9873-DF4035758A9A}">
      <dgm:prSet/>
      <dgm:spPr/>
      <dgm:t>
        <a:bodyPr/>
        <a:lstStyle/>
        <a:p>
          <a:endParaRPr lang="en-US"/>
        </a:p>
      </dgm:t>
    </dgm:pt>
    <dgm:pt modelId="{F15EDB5D-35DE-4CE1-AC11-C069DA9D4EC2}" type="pres">
      <dgm:prSet presAssocID="{BF0CC05F-6538-4D29-A37D-BDAB6F94489F}" presName="root" presStyleCnt="0">
        <dgm:presLayoutVars>
          <dgm:dir/>
          <dgm:resizeHandles val="exact"/>
        </dgm:presLayoutVars>
      </dgm:prSet>
      <dgm:spPr/>
    </dgm:pt>
    <dgm:pt modelId="{6A91546F-95AD-4994-825A-E0E5610F83EA}" type="pres">
      <dgm:prSet presAssocID="{640884AC-315A-4F5C-9146-9A2E4100E2D1}" presName="compNode" presStyleCnt="0"/>
      <dgm:spPr/>
    </dgm:pt>
    <dgm:pt modelId="{92CE1F4B-F64D-4835-B6AC-9230621B8FA4}" type="pres">
      <dgm:prSet presAssocID="{640884AC-315A-4F5C-9146-9A2E4100E2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89EFF064-3EB8-4931-8936-1EAA9454E2C5}" type="pres">
      <dgm:prSet presAssocID="{640884AC-315A-4F5C-9146-9A2E4100E2D1}" presName="spaceRect" presStyleCnt="0"/>
      <dgm:spPr/>
    </dgm:pt>
    <dgm:pt modelId="{537E9F45-E384-427E-AD69-216D36339FEA}" type="pres">
      <dgm:prSet presAssocID="{640884AC-315A-4F5C-9146-9A2E4100E2D1}" presName="textRect" presStyleLbl="revTx" presStyleIdx="0" presStyleCnt="4">
        <dgm:presLayoutVars>
          <dgm:chMax val="1"/>
          <dgm:chPref val="1"/>
        </dgm:presLayoutVars>
      </dgm:prSet>
      <dgm:spPr/>
    </dgm:pt>
    <dgm:pt modelId="{38853533-B437-4EFE-B5A5-6EDCFB5D9226}" type="pres">
      <dgm:prSet presAssocID="{CE274343-9A58-42EB-9062-CA7E1A5E62D6}" presName="sibTrans" presStyleCnt="0"/>
      <dgm:spPr/>
    </dgm:pt>
    <dgm:pt modelId="{739573EB-2F7F-4659-AAB6-B56863AD539B}" type="pres">
      <dgm:prSet presAssocID="{04360034-CB79-47B7-8896-A3F3D92F28E3}" presName="compNode" presStyleCnt="0"/>
      <dgm:spPr/>
    </dgm:pt>
    <dgm:pt modelId="{B5866B46-EAD3-4CA9-AFEA-644F7D2A6881}" type="pres">
      <dgm:prSet presAssocID="{04360034-CB79-47B7-8896-A3F3D92F28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C05BE58-D0F0-4F69-90DB-15FA86FD1766}" type="pres">
      <dgm:prSet presAssocID="{04360034-CB79-47B7-8896-A3F3D92F28E3}" presName="spaceRect" presStyleCnt="0"/>
      <dgm:spPr/>
    </dgm:pt>
    <dgm:pt modelId="{9F8DAB2B-8832-485C-B86B-CCECFDE4F05E}" type="pres">
      <dgm:prSet presAssocID="{04360034-CB79-47B7-8896-A3F3D92F28E3}" presName="textRect" presStyleLbl="revTx" presStyleIdx="1" presStyleCnt="4">
        <dgm:presLayoutVars>
          <dgm:chMax val="1"/>
          <dgm:chPref val="1"/>
        </dgm:presLayoutVars>
      </dgm:prSet>
      <dgm:spPr/>
    </dgm:pt>
    <dgm:pt modelId="{D960C004-10C5-45DB-B75B-E512A272AF61}" type="pres">
      <dgm:prSet presAssocID="{0C96B4E5-F43D-4CE2-977A-8CAF42BA1E65}" presName="sibTrans" presStyleCnt="0"/>
      <dgm:spPr/>
    </dgm:pt>
    <dgm:pt modelId="{2FE768E1-01CC-4944-B190-A590B38A81D8}" type="pres">
      <dgm:prSet presAssocID="{0F9F46EB-4BA5-42A6-AF28-909CE1EC941A}" presName="compNode" presStyleCnt="0"/>
      <dgm:spPr/>
    </dgm:pt>
    <dgm:pt modelId="{93FB5326-7C6D-4438-A311-56D12F433D2D}" type="pres">
      <dgm:prSet presAssocID="{0F9F46EB-4BA5-42A6-AF28-909CE1EC94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0C5C682-F74E-4940-B4FF-6707846FEDCB}" type="pres">
      <dgm:prSet presAssocID="{0F9F46EB-4BA5-42A6-AF28-909CE1EC941A}" presName="spaceRect" presStyleCnt="0"/>
      <dgm:spPr/>
    </dgm:pt>
    <dgm:pt modelId="{F1EB2991-74AD-482A-9F68-3E4B7A783DEE}" type="pres">
      <dgm:prSet presAssocID="{0F9F46EB-4BA5-42A6-AF28-909CE1EC941A}" presName="textRect" presStyleLbl="revTx" presStyleIdx="2" presStyleCnt="4">
        <dgm:presLayoutVars>
          <dgm:chMax val="1"/>
          <dgm:chPref val="1"/>
        </dgm:presLayoutVars>
      </dgm:prSet>
      <dgm:spPr/>
    </dgm:pt>
    <dgm:pt modelId="{8F96A93C-1748-4EFE-BDA4-3EB33AD493CF}" type="pres">
      <dgm:prSet presAssocID="{57129164-094C-47DF-B3E7-A6A8E23835B0}" presName="sibTrans" presStyleCnt="0"/>
      <dgm:spPr/>
    </dgm:pt>
    <dgm:pt modelId="{ABF06C20-0FEE-40AF-87AC-36B76F7A4F2E}" type="pres">
      <dgm:prSet presAssocID="{EFD838E1-B6AC-4887-AF33-3E9C5040FB43}" presName="compNode" presStyleCnt="0"/>
      <dgm:spPr/>
    </dgm:pt>
    <dgm:pt modelId="{B032BC6A-E138-46DB-95F3-3FF30100FC2B}" type="pres">
      <dgm:prSet presAssocID="{EFD838E1-B6AC-4887-AF33-3E9C5040FB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1BB3A7-2721-4436-91FF-9201577025F4}" type="pres">
      <dgm:prSet presAssocID="{EFD838E1-B6AC-4887-AF33-3E9C5040FB43}" presName="spaceRect" presStyleCnt="0"/>
      <dgm:spPr/>
    </dgm:pt>
    <dgm:pt modelId="{0D3CC94A-DF2A-4897-A614-0063CC23B277}" type="pres">
      <dgm:prSet presAssocID="{EFD838E1-B6AC-4887-AF33-3E9C5040FB4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8975B39-022A-4ED6-B2B8-80C99410B371}" type="presOf" srcId="{BF0CC05F-6538-4D29-A37D-BDAB6F94489F}" destId="{F15EDB5D-35DE-4CE1-AC11-C069DA9D4EC2}" srcOrd="0" destOrd="0" presId="urn:microsoft.com/office/officeart/2018/2/layout/IconLabelList"/>
    <dgm:cxn modelId="{E6EF8940-FD11-41D3-A342-61C8D5905689}" type="presOf" srcId="{04360034-CB79-47B7-8896-A3F3D92F28E3}" destId="{9F8DAB2B-8832-485C-B86B-CCECFDE4F05E}" srcOrd="0" destOrd="0" presId="urn:microsoft.com/office/officeart/2018/2/layout/IconLabelList"/>
    <dgm:cxn modelId="{A5C8F95C-E614-47F0-B815-F48E6773DF39}" srcId="{BF0CC05F-6538-4D29-A37D-BDAB6F94489F}" destId="{0F9F46EB-4BA5-42A6-AF28-909CE1EC941A}" srcOrd="2" destOrd="0" parTransId="{1F7D75DE-A523-4AE5-8793-894752D87261}" sibTransId="{57129164-094C-47DF-B3E7-A6A8E23835B0}"/>
    <dgm:cxn modelId="{3A63BC45-6B4A-47C3-BCEC-21A592B06180}" type="presOf" srcId="{EFD838E1-B6AC-4887-AF33-3E9C5040FB43}" destId="{0D3CC94A-DF2A-4897-A614-0063CC23B277}" srcOrd="0" destOrd="0" presId="urn:microsoft.com/office/officeart/2018/2/layout/IconLabelList"/>
    <dgm:cxn modelId="{93EA4F50-CB1D-444A-8FDF-BF4259F64FCE}" type="presOf" srcId="{640884AC-315A-4F5C-9146-9A2E4100E2D1}" destId="{537E9F45-E384-427E-AD69-216D36339FEA}" srcOrd="0" destOrd="0" presId="urn:microsoft.com/office/officeart/2018/2/layout/IconLabelList"/>
    <dgm:cxn modelId="{38805876-1176-4647-84EF-D8D2F7FC6D3D}" type="presOf" srcId="{0F9F46EB-4BA5-42A6-AF28-909CE1EC941A}" destId="{F1EB2991-74AD-482A-9F68-3E4B7A783DEE}" srcOrd="0" destOrd="0" presId="urn:microsoft.com/office/officeart/2018/2/layout/IconLabelList"/>
    <dgm:cxn modelId="{2E6D198C-6D3A-41FC-B7BD-880AF87E774C}" srcId="{BF0CC05F-6538-4D29-A37D-BDAB6F94489F}" destId="{640884AC-315A-4F5C-9146-9A2E4100E2D1}" srcOrd="0" destOrd="0" parTransId="{DA95B1BA-6968-40BF-BD34-DC0674206344}" sibTransId="{CE274343-9A58-42EB-9062-CA7E1A5E62D6}"/>
    <dgm:cxn modelId="{2BBCC2C1-A4E6-4A9A-9873-DF4035758A9A}" srcId="{BF0CC05F-6538-4D29-A37D-BDAB6F94489F}" destId="{EFD838E1-B6AC-4887-AF33-3E9C5040FB43}" srcOrd="3" destOrd="0" parTransId="{305226DB-EF30-4D9B-9E21-5D84A8160697}" sibTransId="{7A5F56CF-3F97-482A-949A-9FE7F577FD3C}"/>
    <dgm:cxn modelId="{90DD8CD2-D776-4999-A52A-CA0BBD3AF292}" srcId="{BF0CC05F-6538-4D29-A37D-BDAB6F94489F}" destId="{04360034-CB79-47B7-8896-A3F3D92F28E3}" srcOrd="1" destOrd="0" parTransId="{D9A1E7A9-DFDC-43A3-B230-047AE0FB1F49}" sibTransId="{0C96B4E5-F43D-4CE2-977A-8CAF42BA1E65}"/>
    <dgm:cxn modelId="{7C1D6675-2335-4EDD-8061-A3BA6051B72D}" type="presParOf" srcId="{F15EDB5D-35DE-4CE1-AC11-C069DA9D4EC2}" destId="{6A91546F-95AD-4994-825A-E0E5610F83EA}" srcOrd="0" destOrd="0" presId="urn:microsoft.com/office/officeart/2018/2/layout/IconLabelList"/>
    <dgm:cxn modelId="{754F6BEC-F4A5-42E3-8650-9134B90DA181}" type="presParOf" srcId="{6A91546F-95AD-4994-825A-E0E5610F83EA}" destId="{92CE1F4B-F64D-4835-B6AC-9230621B8FA4}" srcOrd="0" destOrd="0" presId="urn:microsoft.com/office/officeart/2018/2/layout/IconLabelList"/>
    <dgm:cxn modelId="{B207CCC7-651F-44D0-A3BC-C78688B04D90}" type="presParOf" srcId="{6A91546F-95AD-4994-825A-E0E5610F83EA}" destId="{89EFF064-3EB8-4931-8936-1EAA9454E2C5}" srcOrd="1" destOrd="0" presId="urn:microsoft.com/office/officeart/2018/2/layout/IconLabelList"/>
    <dgm:cxn modelId="{A8A8CC5D-0757-4AF5-8DB2-28F07CF35038}" type="presParOf" srcId="{6A91546F-95AD-4994-825A-E0E5610F83EA}" destId="{537E9F45-E384-427E-AD69-216D36339FEA}" srcOrd="2" destOrd="0" presId="urn:microsoft.com/office/officeart/2018/2/layout/IconLabelList"/>
    <dgm:cxn modelId="{F4532CDF-F564-4C01-A3DC-028BC78EAE72}" type="presParOf" srcId="{F15EDB5D-35DE-4CE1-AC11-C069DA9D4EC2}" destId="{38853533-B437-4EFE-B5A5-6EDCFB5D9226}" srcOrd="1" destOrd="0" presId="urn:microsoft.com/office/officeart/2018/2/layout/IconLabelList"/>
    <dgm:cxn modelId="{69C38F61-846A-47A3-A8FD-D5A7F166483C}" type="presParOf" srcId="{F15EDB5D-35DE-4CE1-AC11-C069DA9D4EC2}" destId="{739573EB-2F7F-4659-AAB6-B56863AD539B}" srcOrd="2" destOrd="0" presId="urn:microsoft.com/office/officeart/2018/2/layout/IconLabelList"/>
    <dgm:cxn modelId="{1363DDEE-C703-4CD0-9503-E9FECF6CB2C9}" type="presParOf" srcId="{739573EB-2F7F-4659-AAB6-B56863AD539B}" destId="{B5866B46-EAD3-4CA9-AFEA-644F7D2A6881}" srcOrd="0" destOrd="0" presId="urn:microsoft.com/office/officeart/2018/2/layout/IconLabelList"/>
    <dgm:cxn modelId="{35C88188-7E5E-4271-BD4C-6A9942E6ABDA}" type="presParOf" srcId="{739573EB-2F7F-4659-AAB6-B56863AD539B}" destId="{4C05BE58-D0F0-4F69-90DB-15FA86FD1766}" srcOrd="1" destOrd="0" presId="urn:microsoft.com/office/officeart/2018/2/layout/IconLabelList"/>
    <dgm:cxn modelId="{36363763-EC53-4B90-87AF-881B6C9DFC0A}" type="presParOf" srcId="{739573EB-2F7F-4659-AAB6-B56863AD539B}" destId="{9F8DAB2B-8832-485C-B86B-CCECFDE4F05E}" srcOrd="2" destOrd="0" presId="urn:microsoft.com/office/officeart/2018/2/layout/IconLabelList"/>
    <dgm:cxn modelId="{6C6D387F-6198-49B0-BA2F-C854E9BFABC5}" type="presParOf" srcId="{F15EDB5D-35DE-4CE1-AC11-C069DA9D4EC2}" destId="{D960C004-10C5-45DB-B75B-E512A272AF61}" srcOrd="3" destOrd="0" presId="urn:microsoft.com/office/officeart/2018/2/layout/IconLabelList"/>
    <dgm:cxn modelId="{338DB749-F210-4FD5-9F15-6F0CC8BA80EE}" type="presParOf" srcId="{F15EDB5D-35DE-4CE1-AC11-C069DA9D4EC2}" destId="{2FE768E1-01CC-4944-B190-A590B38A81D8}" srcOrd="4" destOrd="0" presId="urn:microsoft.com/office/officeart/2018/2/layout/IconLabelList"/>
    <dgm:cxn modelId="{7E0C5B5A-8F90-40EB-B838-91239EAC876D}" type="presParOf" srcId="{2FE768E1-01CC-4944-B190-A590B38A81D8}" destId="{93FB5326-7C6D-4438-A311-56D12F433D2D}" srcOrd="0" destOrd="0" presId="urn:microsoft.com/office/officeart/2018/2/layout/IconLabelList"/>
    <dgm:cxn modelId="{FC470513-240F-463A-B94F-0FC3485AB720}" type="presParOf" srcId="{2FE768E1-01CC-4944-B190-A590B38A81D8}" destId="{E0C5C682-F74E-4940-B4FF-6707846FEDCB}" srcOrd="1" destOrd="0" presId="urn:microsoft.com/office/officeart/2018/2/layout/IconLabelList"/>
    <dgm:cxn modelId="{96E6ECBD-0C63-4D61-8447-6CD9B9B035A9}" type="presParOf" srcId="{2FE768E1-01CC-4944-B190-A590B38A81D8}" destId="{F1EB2991-74AD-482A-9F68-3E4B7A783DEE}" srcOrd="2" destOrd="0" presId="urn:microsoft.com/office/officeart/2018/2/layout/IconLabelList"/>
    <dgm:cxn modelId="{DE8A6074-2C36-4959-9745-F2D2EA796D8E}" type="presParOf" srcId="{F15EDB5D-35DE-4CE1-AC11-C069DA9D4EC2}" destId="{8F96A93C-1748-4EFE-BDA4-3EB33AD493CF}" srcOrd="5" destOrd="0" presId="urn:microsoft.com/office/officeart/2018/2/layout/IconLabelList"/>
    <dgm:cxn modelId="{26205C8D-E7F1-4169-8B10-1B5CC623092A}" type="presParOf" srcId="{F15EDB5D-35DE-4CE1-AC11-C069DA9D4EC2}" destId="{ABF06C20-0FEE-40AF-87AC-36B76F7A4F2E}" srcOrd="6" destOrd="0" presId="urn:microsoft.com/office/officeart/2018/2/layout/IconLabelList"/>
    <dgm:cxn modelId="{5EC95C0D-3F22-428C-9975-9A32FAB3BA8A}" type="presParOf" srcId="{ABF06C20-0FEE-40AF-87AC-36B76F7A4F2E}" destId="{B032BC6A-E138-46DB-95F3-3FF30100FC2B}" srcOrd="0" destOrd="0" presId="urn:microsoft.com/office/officeart/2018/2/layout/IconLabelList"/>
    <dgm:cxn modelId="{9CB2762B-A5A0-4B3D-9555-D13A3DD5DB1B}" type="presParOf" srcId="{ABF06C20-0FEE-40AF-87AC-36B76F7A4F2E}" destId="{791BB3A7-2721-4436-91FF-9201577025F4}" srcOrd="1" destOrd="0" presId="urn:microsoft.com/office/officeart/2018/2/layout/IconLabelList"/>
    <dgm:cxn modelId="{63EA831B-535D-42B9-A28F-6E8ED8DC4C7A}" type="presParOf" srcId="{ABF06C20-0FEE-40AF-87AC-36B76F7A4F2E}" destId="{0D3CC94A-DF2A-4897-A614-0063CC23B2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7A8EDF-F258-4E7F-B31A-B4C5112840A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FA9EBE9-F9E7-4B0F-B5B9-B365C47921A7}">
      <dgm:prSet/>
      <dgm:spPr/>
      <dgm:t>
        <a:bodyPr/>
        <a:lstStyle/>
        <a:p>
          <a:r>
            <a:rPr lang="en-US" dirty="0"/>
            <a:t>Adopt Random Forest with τ tuned for FPR≈0.5% for Phase‑1 pilot.</a:t>
          </a:r>
        </a:p>
      </dgm:t>
    </dgm:pt>
    <dgm:pt modelId="{DEFA45D9-9AAE-41BF-AE82-BF215F8BF6DB}" type="parTrans" cxnId="{38DA7E3D-8E2F-43EB-A948-217CB7BBE8AF}">
      <dgm:prSet/>
      <dgm:spPr/>
      <dgm:t>
        <a:bodyPr/>
        <a:lstStyle/>
        <a:p>
          <a:endParaRPr lang="en-US"/>
        </a:p>
      </dgm:t>
    </dgm:pt>
    <dgm:pt modelId="{1A2CA3F0-9CA5-4984-A426-3B5580A80882}" type="sibTrans" cxnId="{38DA7E3D-8E2F-43EB-A948-217CB7BBE8AF}">
      <dgm:prSet/>
      <dgm:spPr/>
      <dgm:t>
        <a:bodyPr/>
        <a:lstStyle/>
        <a:p>
          <a:endParaRPr lang="en-US"/>
        </a:p>
      </dgm:t>
    </dgm:pt>
    <dgm:pt modelId="{45387F06-B7DD-46AC-B149-EAA48D52DA73}">
      <dgm:prSet/>
      <dgm:spPr/>
      <dgm:t>
        <a:bodyPr/>
        <a:lstStyle/>
        <a:p>
          <a:r>
            <a:rPr lang="en-US"/>
            <a:t>Weekly precision review; adjust τ toward EV optimum within guardrails.</a:t>
          </a:r>
        </a:p>
      </dgm:t>
    </dgm:pt>
    <dgm:pt modelId="{A5E5D9E1-366B-4531-9FC1-5DCE39855EA3}" type="parTrans" cxnId="{F534DEC5-5D36-4FC3-BD16-1981F5620F63}">
      <dgm:prSet/>
      <dgm:spPr/>
      <dgm:t>
        <a:bodyPr/>
        <a:lstStyle/>
        <a:p>
          <a:endParaRPr lang="en-US"/>
        </a:p>
      </dgm:t>
    </dgm:pt>
    <dgm:pt modelId="{D3CEF51A-A50F-4470-89BC-76E1D81BD371}" type="sibTrans" cxnId="{F534DEC5-5D36-4FC3-BD16-1981F5620F63}">
      <dgm:prSet/>
      <dgm:spPr/>
      <dgm:t>
        <a:bodyPr/>
        <a:lstStyle/>
        <a:p>
          <a:endParaRPr lang="en-US"/>
        </a:p>
      </dgm:t>
    </dgm:pt>
    <dgm:pt modelId="{FD73943E-C40B-4D2E-8BA7-01F41A46D44F}">
      <dgm:prSet/>
      <dgm:spPr/>
      <dgm:t>
        <a:bodyPr/>
        <a:lstStyle/>
        <a:p>
          <a:r>
            <a:rPr lang="en-US"/>
            <a:t>QA‑sample low‑precision slices; prepare drift/fairness dashboards.</a:t>
          </a:r>
        </a:p>
      </dgm:t>
    </dgm:pt>
    <dgm:pt modelId="{8A367658-9CC3-4EA6-99CF-BE7E8EFD9FFA}" type="parTrans" cxnId="{229C8A0C-B8F9-4001-B647-508A1DBE55EF}">
      <dgm:prSet/>
      <dgm:spPr/>
      <dgm:t>
        <a:bodyPr/>
        <a:lstStyle/>
        <a:p>
          <a:endParaRPr lang="en-US"/>
        </a:p>
      </dgm:t>
    </dgm:pt>
    <dgm:pt modelId="{E0D07A35-8C6D-40D4-B993-264EB37E1890}" type="sibTrans" cxnId="{229C8A0C-B8F9-4001-B647-508A1DBE55EF}">
      <dgm:prSet/>
      <dgm:spPr/>
      <dgm:t>
        <a:bodyPr/>
        <a:lstStyle/>
        <a:p>
          <a:endParaRPr lang="en-US"/>
        </a:p>
      </dgm:t>
    </dgm:pt>
    <dgm:pt modelId="{9476E154-B958-40AF-A681-A6551F16D5F2}" type="pres">
      <dgm:prSet presAssocID="{F97A8EDF-F258-4E7F-B31A-B4C5112840A3}" presName="root" presStyleCnt="0">
        <dgm:presLayoutVars>
          <dgm:dir/>
          <dgm:resizeHandles val="exact"/>
        </dgm:presLayoutVars>
      </dgm:prSet>
      <dgm:spPr/>
    </dgm:pt>
    <dgm:pt modelId="{3919212D-7158-499F-9CD5-5204015A28B2}" type="pres">
      <dgm:prSet presAssocID="{AFA9EBE9-F9E7-4B0F-B5B9-B365C47921A7}" presName="compNode" presStyleCnt="0"/>
      <dgm:spPr/>
    </dgm:pt>
    <dgm:pt modelId="{87E12395-9067-4A43-840E-438AB82E33A4}" type="pres">
      <dgm:prSet presAssocID="{AFA9EBE9-F9E7-4B0F-B5B9-B365C47921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9CB3C512-753E-453D-97C1-ECA782684EE9}" type="pres">
      <dgm:prSet presAssocID="{AFA9EBE9-F9E7-4B0F-B5B9-B365C47921A7}" presName="spaceRect" presStyleCnt="0"/>
      <dgm:spPr/>
    </dgm:pt>
    <dgm:pt modelId="{DF1C1C82-43EA-46B2-B324-4DD0A5757D2B}" type="pres">
      <dgm:prSet presAssocID="{AFA9EBE9-F9E7-4B0F-B5B9-B365C47921A7}" presName="textRect" presStyleLbl="revTx" presStyleIdx="0" presStyleCnt="3">
        <dgm:presLayoutVars>
          <dgm:chMax val="1"/>
          <dgm:chPref val="1"/>
        </dgm:presLayoutVars>
      </dgm:prSet>
      <dgm:spPr/>
    </dgm:pt>
    <dgm:pt modelId="{97091817-7456-471C-B9BF-FADB859BFF8B}" type="pres">
      <dgm:prSet presAssocID="{1A2CA3F0-9CA5-4984-A426-3B5580A80882}" presName="sibTrans" presStyleCnt="0"/>
      <dgm:spPr/>
    </dgm:pt>
    <dgm:pt modelId="{097F9A9C-B0CC-4010-858D-17ADD9240EA1}" type="pres">
      <dgm:prSet presAssocID="{45387F06-B7DD-46AC-B149-EAA48D52DA73}" presName="compNode" presStyleCnt="0"/>
      <dgm:spPr/>
    </dgm:pt>
    <dgm:pt modelId="{F25A9362-00E9-4F5F-91AF-FC1274F426E5}" type="pres">
      <dgm:prSet presAssocID="{45387F06-B7DD-46AC-B149-EAA48D52DA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232B5769-7183-469A-A2A6-8E7BB6F6A8A4}" type="pres">
      <dgm:prSet presAssocID="{45387F06-B7DD-46AC-B149-EAA48D52DA73}" presName="spaceRect" presStyleCnt="0"/>
      <dgm:spPr/>
    </dgm:pt>
    <dgm:pt modelId="{36F0C362-1BF3-4A8F-9433-EC4B313682A7}" type="pres">
      <dgm:prSet presAssocID="{45387F06-B7DD-46AC-B149-EAA48D52DA73}" presName="textRect" presStyleLbl="revTx" presStyleIdx="1" presStyleCnt="3">
        <dgm:presLayoutVars>
          <dgm:chMax val="1"/>
          <dgm:chPref val="1"/>
        </dgm:presLayoutVars>
      </dgm:prSet>
      <dgm:spPr/>
    </dgm:pt>
    <dgm:pt modelId="{8B621C34-E445-4A38-AF67-A4513A98AAEE}" type="pres">
      <dgm:prSet presAssocID="{D3CEF51A-A50F-4470-89BC-76E1D81BD371}" presName="sibTrans" presStyleCnt="0"/>
      <dgm:spPr/>
    </dgm:pt>
    <dgm:pt modelId="{B3442EB6-4CEE-48B9-A3C9-3D289F705079}" type="pres">
      <dgm:prSet presAssocID="{FD73943E-C40B-4D2E-8BA7-01F41A46D44F}" presName="compNode" presStyleCnt="0"/>
      <dgm:spPr/>
    </dgm:pt>
    <dgm:pt modelId="{C69C77F1-22DD-4E25-98F5-47F3A44AFBAB}" type="pres">
      <dgm:prSet presAssocID="{FD73943E-C40B-4D2E-8BA7-01F41A46D4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72B33288-1C6D-464A-B601-6B5892D125A4}" type="pres">
      <dgm:prSet presAssocID="{FD73943E-C40B-4D2E-8BA7-01F41A46D44F}" presName="spaceRect" presStyleCnt="0"/>
      <dgm:spPr/>
    </dgm:pt>
    <dgm:pt modelId="{C5280078-3FEE-417F-9C0C-8DB81D5DCDA3}" type="pres">
      <dgm:prSet presAssocID="{FD73943E-C40B-4D2E-8BA7-01F41A46D4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9C8A0C-B8F9-4001-B647-508A1DBE55EF}" srcId="{F97A8EDF-F258-4E7F-B31A-B4C5112840A3}" destId="{FD73943E-C40B-4D2E-8BA7-01F41A46D44F}" srcOrd="2" destOrd="0" parTransId="{8A367658-9CC3-4EA6-99CF-BE7E8EFD9FFA}" sibTransId="{E0D07A35-8C6D-40D4-B993-264EB37E1890}"/>
    <dgm:cxn modelId="{38DA7E3D-8E2F-43EB-A948-217CB7BBE8AF}" srcId="{F97A8EDF-F258-4E7F-B31A-B4C5112840A3}" destId="{AFA9EBE9-F9E7-4B0F-B5B9-B365C47921A7}" srcOrd="0" destOrd="0" parTransId="{DEFA45D9-9AAE-41BF-AE82-BF215F8BF6DB}" sibTransId="{1A2CA3F0-9CA5-4984-A426-3B5580A80882}"/>
    <dgm:cxn modelId="{B464B140-AA1E-4F5A-8D96-02E162E1C507}" type="presOf" srcId="{FD73943E-C40B-4D2E-8BA7-01F41A46D44F}" destId="{C5280078-3FEE-417F-9C0C-8DB81D5DCDA3}" srcOrd="0" destOrd="0" presId="urn:microsoft.com/office/officeart/2018/2/layout/IconLabelList"/>
    <dgm:cxn modelId="{B4F18E69-8A40-43B7-8B9D-20F44FA6C3E4}" type="presOf" srcId="{F97A8EDF-F258-4E7F-B31A-B4C5112840A3}" destId="{9476E154-B958-40AF-A681-A6551F16D5F2}" srcOrd="0" destOrd="0" presId="urn:microsoft.com/office/officeart/2018/2/layout/IconLabelList"/>
    <dgm:cxn modelId="{9AEAE349-A9EC-4AFD-AB8D-6F03B099CF03}" type="presOf" srcId="{45387F06-B7DD-46AC-B149-EAA48D52DA73}" destId="{36F0C362-1BF3-4A8F-9433-EC4B313682A7}" srcOrd="0" destOrd="0" presId="urn:microsoft.com/office/officeart/2018/2/layout/IconLabelList"/>
    <dgm:cxn modelId="{1BEBE390-56B9-4D0B-8944-97E1C95449D5}" type="presOf" srcId="{AFA9EBE9-F9E7-4B0F-B5B9-B365C47921A7}" destId="{DF1C1C82-43EA-46B2-B324-4DD0A5757D2B}" srcOrd="0" destOrd="0" presId="urn:microsoft.com/office/officeart/2018/2/layout/IconLabelList"/>
    <dgm:cxn modelId="{F534DEC5-5D36-4FC3-BD16-1981F5620F63}" srcId="{F97A8EDF-F258-4E7F-B31A-B4C5112840A3}" destId="{45387F06-B7DD-46AC-B149-EAA48D52DA73}" srcOrd="1" destOrd="0" parTransId="{A5E5D9E1-366B-4531-9FC1-5DCE39855EA3}" sibTransId="{D3CEF51A-A50F-4470-89BC-76E1D81BD371}"/>
    <dgm:cxn modelId="{85A10EA2-16E8-4A05-BB80-6AF14738FF3B}" type="presParOf" srcId="{9476E154-B958-40AF-A681-A6551F16D5F2}" destId="{3919212D-7158-499F-9CD5-5204015A28B2}" srcOrd="0" destOrd="0" presId="urn:microsoft.com/office/officeart/2018/2/layout/IconLabelList"/>
    <dgm:cxn modelId="{C07C8693-D45D-446F-A62E-15DFA441E351}" type="presParOf" srcId="{3919212D-7158-499F-9CD5-5204015A28B2}" destId="{87E12395-9067-4A43-840E-438AB82E33A4}" srcOrd="0" destOrd="0" presId="urn:microsoft.com/office/officeart/2018/2/layout/IconLabelList"/>
    <dgm:cxn modelId="{85A81D8D-28C1-434D-B0DA-53DB06E9D401}" type="presParOf" srcId="{3919212D-7158-499F-9CD5-5204015A28B2}" destId="{9CB3C512-753E-453D-97C1-ECA782684EE9}" srcOrd="1" destOrd="0" presId="urn:microsoft.com/office/officeart/2018/2/layout/IconLabelList"/>
    <dgm:cxn modelId="{185C89BD-ABAE-449F-820E-8C33E31DF9B9}" type="presParOf" srcId="{3919212D-7158-499F-9CD5-5204015A28B2}" destId="{DF1C1C82-43EA-46B2-B324-4DD0A5757D2B}" srcOrd="2" destOrd="0" presId="urn:microsoft.com/office/officeart/2018/2/layout/IconLabelList"/>
    <dgm:cxn modelId="{267E66A1-873F-4B79-8669-165739CC8D7E}" type="presParOf" srcId="{9476E154-B958-40AF-A681-A6551F16D5F2}" destId="{97091817-7456-471C-B9BF-FADB859BFF8B}" srcOrd="1" destOrd="0" presId="urn:microsoft.com/office/officeart/2018/2/layout/IconLabelList"/>
    <dgm:cxn modelId="{1CCC4E08-7EC4-4E6B-A9CF-B58AB223C10D}" type="presParOf" srcId="{9476E154-B958-40AF-A681-A6551F16D5F2}" destId="{097F9A9C-B0CC-4010-858D-17ADD9240EA1}" srcOrd="2" destOrd="0" presId="urn:microsoft.com/office/officeart/2018/2/layout/IconLabelList"/>
    <dgm:cxn modelId="{718F441A-F746-4683-B574-B197AFE53F8D}" type="presParOf" srcId="{097F9A9C-B0CC-4010-858D-17ADD9240EA1}" destId="{F25A9362-00E9-4F5F-91AF-FC1274F426E5}" srcOrd="0" destOrd="0" presId="urn:microsoft.com/office/officeart/2018/2/layout/IconLabelList"/>
    <dgm:cxn modelId="{65F9996E-5EBF-43C9-A342-D27E7DEFCCA6}" type="presParOf" srcId="{097F9A9C-B0CC-4010-858D-17ADD9240EA1}" destId="{232B5769-7183-469A-A2A6-8E7BB6F6A8A4}" srcOrd="1" destOrd="0" presId="urn:microsoft.com/office/officeart/2018/2/layout/IconLabelList"/>
    <dgm:cxn modelId="{CC21D670-16AB-4B6A-9529-AC91CCB1883C}" type="presParOf" srcId="{097F9A9C-B0CC-4010-858D-17ADD9240EA1}" destId="{36F0C362-1BF3-4A8F-9433-EC4B313682A7}" srcOrd="2" destOrd="0" presId="urn:microsoft.com/office/officeart/2018/2/layout/IconLabelList"/>
    <dgm:cxn modelId="{F35C9DD2-C2B1-4623-8927-9E21AEDF9F29}" type="presParOf" srcId="{9476E154-B958-40AF-A681-A6551F16D5F2}" destId="{8B621C34-E445-4A38-AF67-A4513A98AAEE}" srcOrd="3" destOrd="0" presId="urn:microsoft.com/office/officeart/2018/2/layout/IconLabelList"/>
    <dgm:cxn modelId="{D12E45EB-E2AB-4850-91F4-6DA65C9F8C52}" type="presParOf" srcId="{9476E154-B958-40AF-A681-A6551F16D5F2}" destId="{B3442EB6-4CEE-48B9-A3C9-3D289F705079}" srcOrd="4" destOrd="0" presId="urn:microsoft.com/office/officeart/2018/2/layout/IconLabelList"/>
    <dgm:cxn modelId="{F0A5BA4E-84F2-4CA0-966F-AD918774E477}" type="presParOf" srcId="{B3442EB6-4CEE-48B9-A3C9-3D289F705079}" destId="{C69C77F1-22DD-4E25-98F5-47F3A44AFBAB}" srcOrd="0" destOrd="0" presId="urn:microsoft.com/office/officeart/2018/2/layout/IconLabelList"/>
    <dgm:cxn modelId="{30AC6D5E-112D-4F35-9F1A-218DD09C54C1}" type="presParOf" srcId="{B3442EB6-4CEE-48B9-A3C9-3D289F705079}" destId="{72B33288-1C6D-464A-B601-6B5892D125A4}" srcOrd="1" destOrd="0" presId="urn:microsoft.com/office/officeart/2018/2/layout/IconLabelList"/>
    <dgm:cxn modelId="{66C0FDDF-DE4D-453B-BB0E-E2018356A70E}" type="presParOf" srcId="{B3442EB6-4CEE-48B9-A3C9-3D289F705079}" destId="{C5280078-3FEE-417F-9C0C-8DB81D5DCDA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FDED05-E7B5-4A22-BFE2-CD8C31461B50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FC6F43-CC16-40E9-989F-54F9ADC99E2B}">
      <dgm:prSet/>
      <dgm:spPr/>
      <dgm:t>
        <a:bodyPr/>
        <a:lstStyle/>
        <a:p>
          <a:r>
            <a:rPr lang="en-US" dirty="0"/>
            <a:t>Week 1–2: package + shadow test; finalize alert workflow.</a:t>
          </a:r>
        </a:p>
      </dgm:t>
    </dgm:pt>
    <dgm:pt modelId="{EB115D96-FB08-45B8-8BF8-A4B7B36FE329}" type="parTrans" cxnId="{55C6F167-874A-4B84-B8D0-50F2024FE9C2}">
      <dgm:prSet/>
      <dgm:spPr/>
      <dgm:t>
        <a:bodyPr/>
        <a:lstStyle/>
        <a:p>
          <a:endParaRPr lang="en-US"/>
        </a:p>
      </dgm:t>
    </dgm:pt>
    <dgm:pt modelId="{BF733306-CD48-4726-910C-B7E6F0EE454A}" type="sibTrans" cxnId="{55C6F167-874A-4B84-B8D0-50F2024FE9C2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474CB752-38D1-46CF-BBF2-BD1FFC07AAA6}">
      <dgm:prSet/>
      <dgm:spPr/>
      <dgm:t>
        <a:bodyPr/>
        <a:lstStyle/>
        <a:p>
          <a:r>
            <a:rPr lang="en-US" dirty="0"/>
            <a:t>Week 3–4: pilot at K=65-100; track precision/recall/FPR/EV; calibrate τ.</a:t>
          </a:r>
        </a:p>
      </dgm:t>
    </dgm:pt>
    <dgm:pt modelId="{4375E8C5-950C-4EE3-9ABF-35BAA84B56EA}" type="parTrans" cxnId="{6D196ACC-9DFA-45B2-B28C-BE798CFB54A6}">
      <dgm:prSet/>
      <dgm:spPr/>
      <dgm:t>
        <a:bodyPr/>
        <a:lstStyle/>
        <a:p>
          <a:endParaRPr lang="en-US"/>
        </a:p>
      </dgm:t>
    </dgm:pt>
    <dgm:pt modelId="{4864B88B-6F18-45C3-9EB6-64CBA0D25341}" type="sibTrans" cxnId="{6D196ACC-9DFA-45B2-B28C-BE798CFB54A6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F0AD8AD3-2124-4FF6-A785-154FB796940F}">
      <dgm:prSet/>
      <dgm:spPr/>
      <dgm:t>
        <a:bodyPr/>
        <a:lstStyle/>
        <a:p>
          <a:r>
            <a:rPr lang="en-US"/>
            <a:t>Week 5–6: expand to K=150–250 if precision ≥ target; handoff runbook.</a:t>
          </a:r>
        </a:p>
      </dgm:t>
    </dgm:pt>
    <dgm:pt modelId="{53010B93-C8FF-452A-9FB3-0F09FD3AC098}" type="parTrans" cxnId="{DACB63A5-6938-49B7-AD08-E803AE44A12D}">
      <dgm:prSet/>
      <dgm:spPr/>
      <dgm:t>
        <a:bodyPr/>
        <a:lstStyle/>
        <a:p>
          <a:endParaRPr lang="en-US"/>
        </a:p>
      </dgm:t>
    </dgm:pt>
    <dgm:pt modelId="{567F40F4-A118-44C4-B14F-135C3AE88343}" type="sibTrans" cxnId="{DACB63A5-6938-49B7-AD08-E803AE44A12D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6FD7F403-EDA8-4563-82F6-105CA4193DD9}" type="pres">
      <dgm:prSet presAssocID="{9AFDED05-E7B5-4A22-BFE2-CD8C31461B50}" presName="Name0" presStyleCnt="0">
        <dgm:presLayoutVars>
          <dgm:animLvl val="lvl"/>
          <dgm:resizeHandles val="exact"/>
        </dgm:presLayoutVars>
      </dgm:prSet>
      <dgm:spPr/>
    </dgm:pt>
    <dgm:pt modelId="{23D1202E-ADA5-4768-A0AC-7DE4C5EE5BCD}" type="pres">
      <dgm:prSet presAssocID="{94FC6F43-CC16-40E9-989F-54F9ADC99E2B}" presName="compositeNode" presStyleCnt="0">
        <dgm:presLayoutVars>
          <dgm:bulletEnabled val="1"/>
        </dgm:presLayoutVars>
      </dgm:prSet>
      <dgm:spPr/>
    </dgm:pt>
    <dgm:pt modelId="{73C2EBEA-2B40-444D-8AB3-A94A762AC8F8}" type="pres">
      <dgm:prSet presAssocID="{94FC6F43-CC16-40E9-989F-54F9ADC99E2B}" presName="bgRect" presStyleLbl="bgAccFollowNode1" presStyleIdx="0" presStyleCnt="3"/>
      <dgm:spPr/>
    </dgm:pt>
    <dgm:pt modelId="{9A2AA54D-2E14-47AD-B037-E5BB3D7E74E0}" type="pres">
      <dgm:prSet presAssocID="{BF733306-CD48-4726-910C-B7E6F0EE454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6F2A594-3AA6-4DB8-8BDD-8E451E28CBEF}" type="pres">
      <dgm:prSet presAssocID="{94FC6F43-CC16-40E9-989F-54F9ADC99E2B}" presName="bottomLine" presStyleLbl="alignNode1" presStyleIdx="1" presStyleCnt="6">
        <dgm:presLayoutVars/>
      </dgm:prSet>
      <dgm:spPr/>
    </dgm:pt>
    <dgm:pt modelId="{528FA0AB-9064-434A-B6E8-45C87ED2768E}" type="pres">
      <dgm:prSet presAssocID="{94FC6F43-CC16-40E9-989F-54F9ADC99E2B}" presName="nodeText" presStyleLbl="bgAccFollowNode1" presStyleIdx="0" presStyleCnt="3">
        <dgm:presLayoutVars>
          <dgm:bulletEnabled val="1"/>
        </dgm:presLayoutVars>
      </dgm:prSet>
      <dgm:spPr/>
    </dgm:pt>
    <dgm:pt modelId="{9C27B0EC-D80B-4F98-81E2-9231AEDFF8E1}" type="pres">
      <dgm:prSet presAssocID="{BF733306-CD48-4726-910C-B7E6F0EE454A}" presName="sibTrans" presStyleCnt="0"/>
      <dgm:spPr/>
    </dgm:pt>
    <dgm:pt modelId="{CC7E3AB8-953C-4BB1-B57C-3EF11458D2D3}" type="pres">
      <dgm:prSet presAssocID="{474CB752-38D1-46CF-BBF2-BD1FFC07AAA6}" presName="compositeNode" presStyleCnt="0">
        <dgm:presLayoutVars>
          <dgm:bulletEnabled val="1"/>
        </dgm:presLayoutVars>
      </dgm:prSet>
      <dgm:spPr/>
    </dgm:pt>
    <dgm:pt modelId="{2527E9E2-1733-4AE6-ABA8-CA1BB212FEBA}" type="pres">
      <dgm:prSet presAssocID="{474CB752-38D1-46CF-BBF2-BD1FFC07AAA6}" presName="bgRect" presStyleLbl="bgAccFollowNode1" presStyleIdx="1" presStyleCnt="3"/>
      <dgm:spPr/>
    </dgm:pt>
    <dgm:pt modelId="{39AAE980-C0C5-412A-AFB5-9A2B8E5B2967}" type="pres">
      <dgm:prSet presAssocID="{4864B88B-6F18-45C3-9EB6-64CBA0D25341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1703959-9D80-4724-9CE3-52F48D78A9C3}" type="pres">
      <dgm:prSet presAssocID="{474CB752-38D1-46CF-BBF2-BD1FFC07AAA6}" presName="bottomLine" presStyleLbl="alignNode1" presStyleIdx="3" presStyleCnt="6">
        <dgm:presLayoutVars/>
      </dgm:prSet>
      <dgm:spPr/>
    </dgm:pt>
    <dgm:pt modelId="{60BAFB95-ECF9-4820-8738-B079CD148139}" type="pres">
      <dgm:prSet presAssocID="{474CB752-38D1-46CF-BBF2-BD1FFC07AAA6}" presName="nodeText" presStyleLbl="bgAccFollowNode1" presStyleIdx="1" presStyleCnt="3">
        <dgm:presLayoutVars>
          <dgm:bulletEnabled val="1"/>
        </dgm:presLayoutVars>
      </dgm:prSet>
      <dgm:spPr/>
    </dgm:pt>
    <dgm:pt modelId="{AF113897-556D-47E5-B189-105B85F3B4C9}" type="pres">
      <dgm:prSet presAssocID="{4864B88B-6F18-45C3-9EB6-64CBA0D25341}" presName="sibTrans" presStyleCnt="0"/>
      <dgm:spPr/>
    </dgm:pt>
    <dgm:pt modelId="{81E5CC19-AA03-48DA-B9AA-2FE25B7C234B}" type="pres">
      <dgm:prSet presAssocID="{F0AD8AD3-2124-4FF6-A785-154FB796940F}" presName="compositeNode" presStyleCnt="0">
        <dgm:presLayoutVars>
          <dgm:bulletEnabled val="1"/>
        </dgm:presLayoutVars>
      </dgm:prSet>
      <dgm:spPr/>
    </dgm:pt>
    <dgm:pt modelId="{BA3EFE56-E1CC-48C3-BF83-DB3AFFBFD4A6}" type="pres">
      <dgm:prSet presAssocID="{F0AD8AD3-2124-4FF6-A785-154FB796940F}" presName="bgRect" presStyleLbl="bgAccFollowNode1" presStyleIdx="2" presStyleCnt="3"/>
      <dgm:spPr/>
    </dgm:pt>
    <dgm:pt modelId="{E9003334-6B68-44FB-BEC1-DE0FCCCA9BF4}" type="pres">
      <dgm:prSet presAssocID="{567F40F4-A118-44C4-B14F-135C3AE8834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07373A0-7354-41F2-B7A8-5ED8E35EA6B8}" type="pres">
      <dgm:prSet presAssocID="{F0AD8AD3-2124-4FF6-A785-154FB796940F}" presName="bottomLine" presStyleLbl="alignNode1" presStyleIdx="5" presStyleCnt="6">
        <dgm:presLayoutVars/>
      </dgm:prSet>
      <dgm:spPr/>
    </dgm:pt>
    <dgm:pt modelId="{2AF5829D-A7DB-4662-A6CD-E11C1FF53DD7}" type="pres">
      <dgm:prSet presAssocID="{F0AD8AD3-2124-4FF6-A785-154FB796940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3137D06-7B81-404D-9206-52FAE3BAA975}" type="presOf" srcId="{F0AD8AD3-2124-4FF6-A785-154FB796940F}" destId="{BA3EFE56-E1CC-48C3-BF83-DB3AFFBFD4A6}" srcOrd="0" destOrd="0" presId="urn:microsoft.com/office/officeart/2016/7/layout/BasicLinearProcessNumbered"/>
    <dgm:cxn modelId="{FFA9CF37-0176-4DE8-AC3B-930F9AF0062F}" type="presOf" srcId="{9AFDED05-E7B5-4A22-BFE2-CD8C31461B50}" destId="{6FD7F403-EDA8-4563-82F6-105CA4193DD9}" srcOrd="0" destOrd="0" presId="urn:microsoft.com/office/officeart/2016/7/layout/BasicLinearProcessNumbered"/>
    <dgm:cxn modelId="{6F494F38-4410-466C-BC15-3359276C9B6B}" type="presOf" srcId="{BF733306-CD48-4726-910C-B7E6F0EE454A}" destId="{9A2AA54D-2E14-47AD-B037-E5BB3D7E74E0}" srcOrd="0" destOrd="0" presId="urn:microsoft.com/office/officeart/2016/7/layout/BasicLinearProcessNumbered"/>
    <dgm:cxn modelId="{55C6F167-874A-4B84-B8D0-50F2024FE9C2}" srcId="{9AFDED05-E7B5-4A22-BFE2-CD8C31461B50}" destId="{94FC6F43-CC16-40E9-989F-54F9ADC99E2B}" srcOrd="0" destOrd="0" parTransId="{EB115D96-FB08-45B8-8BF8-A4B7B36FE329}" sibTransId="{BF733306-CD48-4726-910C-B7E6F0EE454A}"/>
    <dgm:cxn modelId="{62F17D57-EC60-4C87-9181-36EB39740885}" type="presOf" srcId="{94FC6F43-CC16-40E9-989F-54F9ADC99E2B}" destId="{528FA0AB-9064-434A-B6E8-45C87ED2768E}" srcOrd="1" destOrd="0" presId="urn:microsoft.com/office/officeart/2016/7/layout/BasicLinearProcessNumbered"/>
    <dgm:cxn modelId="{1A5AB678-A6DF-4184-89F8-2254E583C69F}" type="presOf" srcId="{F0AD8AD3-2124-4FF6-A785-154FB796940F}" destId="{2AF5829D-A7DB-4662-A6CD-E11C1FF53DD7}" srcOrd="1" destOrd="0" presId="urn:microsoft.com/office/officeart/2016/7/layout/BasicLinearProcessNumbered"/>
    <dgm:cxn modelId="{CB20B08D-D35F-4EB1-902E-FF1DEBBB79F5}" type="presOf" srcId="{94FC6F43-CC16-40E9-989F-54F9ADC99E2B}" destId="{73C2EBEA-2B40-444D-8AB3-A94A762AC8F8}" srcOrd="0" destOrd="0" presId="urn:microsoft.com/office/officeart/2016/7/layout/BasicLinearProcessNumbered"/>
    <dgm:cxn modelId="{DACB63A5-6938-49B7-AD08-E803AE44A12D}" srcId="{9AFDED05-E7B5-4A22-BFE2-CD8C31461B50}" destId="{F0AD8AD3-2124-4FF6-A785-154FB796940F}" srcOrd="2" destOrd="0" parTransId="{53010B93-C8FF-452A-9FB3-0F09FD3AC098}" sibTransId="{567F40F4-A118-44C4-B14F-135C3AE88343}"/>
    <dgm:cxn modelId="{6D196ACC-9DFA-45B2-B28C-BE798CFB54A6}" srcId="{9AFDED05-E7B5-4A22-BFE2-CD8C31461B50}" destId="{474CB752-38D1-46CF-BBF2-BD1FFC07AAA6}" srcOrd="1" destOrd="0" parTransId="{4375E8C5-950C-4EE3-9ABF-35BAA84B56EA}" sibTransId="{4864B88B-6F18-45C3-9EB6-64CBA0D25341}"/>
    <dgm:cxn modelId="{3091B4E5-105D-4BBC-AE21-BD7C2FA42B69}" type="presOf" srcId="{474CB752-38D1-46CF-BBF2-BD1FFC07AAA6}" destId="{60BAFB95-ECF9-4820-8738-B079CD148139}" srcOrd="1" destOrd="0" presId="urn:microsoft.com/office/officeart/2016/7/layout/BasicLinearProcessNumbered"/>
    <dgm:cxn modelId="{EA0DD1E9-4F53-4793-A1F0-1AD864492C35}" type="presOf" srcId="{567F40F4-A118-44C4-B14F-135C3AE88343}" destId="{E9003334-6B68-44FB-BEC1-DE0FCCCA9BF4}" srcOrd="0" destOrd="0" presId="urn:microsoft.com/office/officeart/2016/7/layout/BasicLinearProcessNumbered"/>
    <dgm:cxn modelId="{B39B78EC-F74A-441A-BEF2-4A6C35A082A5}" type="presOf" srcId="{474CB752-38D1-46CF-BBF2-BD1FFC07AAA6}" destId="{2527E9E2-1733-4AE6-ABA8-CA1BB212FEBA}" srcOrd="0" destOrd="0" presId="urn:microsoft.com/office/officeart/2016/7/layout/BasicLinearProcessNumbered"/>
    <dgm:cxn modelId="{2AC768EE-14BF-45E0-A27A-A2E49465CD7A}" type="presOf" srcId="{4864B88B-6F18-45C3-9EB6-64CBA0D25341}" destId="{39AAE980-C0C5-412A-AFB5-9A2B8E5B2967}" srcOrd="0" destOrd="0" presId="urn:microsoft.com/office/officeart/2016/7/layout/BasicLinearProcessNumbered"/>
    <dgm:cxn modelId="{19BEF8F7-8BE8-4403-A0EF-30E9E7D7F639}" type="presParOf" srcId="{6FD7F403-EDA8-4563-82F6-105CA4193DD9}" destId="{23D1202E-ADA5-4768-A0AC-7DE4C5EE5BCD}" srcOrd="0" destOrd="0" presId="urn:microsoft.com/office/officeart/2016/7/layout/BasicLinearProcessNumbered"/>
    <dgm:cxn modelId="{469A32F5-2B8B-4E9B-880B-0AC3F58B9B0E}" type="presParOf" srcId="{23D1202E-ADA5-4768-A0AC-7DE4C5EE5BCD}" destId="{73C2EBEA-2B40-444D-8AB3-A94A762AC8F8}" srcOrd="0" destOrd="0" presId="urn:microsoft.com/office/officeart/2016/7/layout/BasicLinearProcessNumbered"/>
    <dgm:cxn modelId="{E36B9910-B576-4B01-A7A8-4D4AE6C35E8B}" type="presParOf" srcId="{23D1202E-ADA5-4768-A0AC-7DE4C5EE5BCD}" destId="{9A2AA54D-2E14-47AD-B037-E5BB3D7E74E0}" srcOrd="1" destOrd="0" presId="urn:microsoft.com/office/officeart/2016/7/layout/BasicLinearProcessNumbered"/>
    <dgm:cxn modelId="{03D0369B-C33A-4809-A06C-73044C86472D}" type="presParOf" srcId="{23D1202E-ADA5-4768-A0AC-7DE4C5EE5BCD}" destId="{E6F2A594-3AA6-4DB8-8BDD-8E451E28CBEF}" srcOrd="2" destOrd="0" presId="urn:microsoft.com/office/officeart/2016/7/layout/BasicLinearProcessNumbered"/>
    <dgm:cxn modelId="{CC7AA620-71FD-4E1F-BCC6-ED0A92284AE6}" type="presParOf" srcId="{23D1202E-ADA5-4768-A0AC-7DE4C5EE5BCD}" destId="{528FA0AB-9064-434A-B6E8-45C87ED2768E}" srcOrd="3" destOrd="0" presId="urn:microsoft.com/office/officeart/2016/7/layout/BasicLinearProcessNumbered"/>
    <dgm:cxn modelId="{722CB2CD-4322-4BCF-A296-0376069FC8E9}" type="presParOf" srcId="{6FD7F403-EDA8-4563-82F6-105CA4193DD9}" destId="{9C27B0EC-D80B-4F98-81E2-9231AEDFF8E1}" srcOrd="1" destOrd="0" presId="urn:microsoft.com/office/officeart/2016/7/layout/BasicLinearProcessNumbered"/>
    <dgm:cxn modelId="{0B9E6FE6-2573-4C7D-975D-DFDD23A0B89A}" type="presParOf" srcId="{6FD7F403-EDA8-4563-82F6-105CA4193DD9}" destId="{CC7E3AB8-953C-4BB1-B57C-3EF11458D2D3}" srcOrd="2" destOrd="0" presId="urn:microsoft.com/office/officeart/2016/7/layout/BasicLinearProcessNumbered"/>
    <dgm:cxn modelId="{48CAF9C8-80FD-4C61-8B3E-74B0DFE41EB2}" type="presParOf" srcId="{CC7E3AB8-953C-4BB1-B57C-3EF11458D2D3}" destId="{2527E9E2-1733-4AE6-ABA8-CA1BB212FEBA}" srcOrd="0" destOrd="0" presId="urn:microsoft.com/office/officeart/2016/7/layout/BasicLinearProcessNumbered"/>
    <dgm:cxn modelId="{42EFD5E5-43E0-4E5A-B853-AD51F8D11BC7}" type="presParOf" srcId="{CC7E3AB8-953C-4BB1-B57C-3EF11458D2D3}" destId="{39AAE980-C0C5-412A-AFB5-9A2B8E5B2967}" srcOrd="1" destOrd="0" presId="urn:microsoft.com/office/officeart/2016/7/layout/BasicLinearProcessNumbered"/>
    <dgm:cxn modelId="{108888F4-8B6F-45CE-A924-FBDAD694D7C9}" type="presParOf" srcId="{CC7E3AB8-953C-4BB1-B57C-3EF11458D2D3}" destId="{01703959-9D80-4724-9CE3-52F48D78A9C3}" srcOrd="2" destOrd="0" presId="urn:microsoft.com/office/officeart/2016/7/layout/BasicLinearProcessNumbered"/>
    <dgm:cxn modelId="{F8A3F1CA-497C-4C6A-9038-A1A637522D70}" type="presParOf" srcId="{CC7E3AB8-953C-4BB1-B57C-3EF11458D2D3}" destId="{60BAFB95-ECF9-4820-8738-B079CD148139}" srcOrd="3" destOrd="0" presId="urn:microsoft.com/office/officeart/2016/7/layout/BasicLinearProcessNumbered"/>
    <dgm:cxn modelId="{655DCBC1-D3DD-4D5C-BF58-CE4166787602}" type="presParOf" srcId="{6FD7F403-EDA8-4563-82F6-105CA4193DD9}" destId="{AF113897-556D-47E5-B189-105B85F3B4C9}" srcOrd="3" destOrd="0" presId="urn:microsoft.com/office/officeart/2016/7/layout/BasicLinearProcessNumbered"/>
    <dgm:cxn modelId="{2E340538-741A-428F-8352-C5A68BFCFEF4}" type="presParOf" srcId="{6FD7F403-EDA8-4563-82F6-105CA4193DD9}" destId="{81E5CC19-AA03-48DA-B9AA-2FE25B7C234B}" srcOrd="4" destOrd="0" presId="urn:microsoft.com/office/officeart/2016/7/layout/BasicLinearProcessNumbered"/>
    <dgm:cxn modelId="{DD136DD8-22D1-4D34-BE9F-D2EC34345E03}" type="presParOf" srcId="{81E5CC19-AA03-48DA-B9AA-2FE25B7C234B}" destId="{BA3EFE56-E1CC-48C3-BF83-DB3AFFBFD4A6}" srcOrd="0" destOrd="0" presId="urn:microsoft.com/office/officeart/2016/7/layout/BasicLinearProcessNumbered"/>
    <dgm:cxn modelId="{5A073512-F12F-4FE7-AEE0-49E996905E27}" type="presParOf" srcId="{81E5CC19-AA03-48DA-B9AA-2FE25B7C234B}" destId="{E9003334-6B68-44FB-BEC1-DE0FCCCA9BF4}" srcOrd="1" destOrd="0" presId="urn:microsoft.com/office/officeart/2016/7/layout/BasicLinearProcessNumbered"/>
    <dgm:cxn modelId="{D97004B0-375E-43F2-A2BB-95A26DD64ABB}" type="presParOf" srcId="{81E5CC19-AA03-48DA-B9AA-2FE25B7C234B}" destId="{607373A0-7354-41F2-B7A8-5ED8E35EA6B8}" srcOrd="2" destOrd="0" presId="urn:microsoft.com/office/officeart/2016/7/layout/BasicLinearProcessNumbered"/>
    <dgm:cxn modelId="{7947B0C3-7B01-45FA-A4CD-248837880D69}" type="presParOf" srcId="{81E5CC19-AA03-48DA-B9AA-2FE25B7C234B}" destId="{2AF5829D-A7DB-4662-A6CD-E11C1FF53DD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2381F4-0EDF-4645-B2FE-5185C8FFA8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191C5D-9040-4092-AE35-8E84CFEC56D6}">
      <dgm:prSet/>
      <dgm:spPr/>
      <dgm:t>
        <a:bodyPr/>
        <a:lstStyle/>
        <a:p>
          <a:r>
            <a:rPr lang="en-US"/>
            <a:t>Enable Evidently PSI + fairness dashboards; add latency micro‑benchmark.</a:t>
          </a:r>
        </a:p>
      </dgm:t>
    </dgm:pt>
    <dgm:pt modelId="{D35D2B34-3836-4DC7-9EAB-0D849B32D6AF}" type="parTrans" cxnId="{E00FA80A-FDB9-497B-A550-7E3ED5498236}">
      <dgm:prSet/>
      <dgm:spPr/>
      <dgm:t>
        <a:bodyPr/>
        <a:lstStyle/>
        <a:p>
          <a:endParaRPr lang="en-US"/>
        </a:p>
      </dgm:t>
    </dgm:pt>
    <dgm:pt modelId="{592F1C76-9811-4671-AF4F-BAC6AD9CA139}" type="sibTrans" cxnId="{E00FA80A-FDB9-497B-A550-7E3ED5498236}">
      <dgm:prSet/>
      <dgm:spPr/>
      <dgm:t>
        <a:bodyPr/>
        <a:lstStyle/>
        <a:p>
          <a:endParaRPr lang="en-US"/>
        </a:p>
      </dgm:t>
    </dgm:pt>
    <dgm:pt modelId="{375583A6-6C5C-429C-80A4-A3E03C1A5976}">
      <dgm:prSet/>
      <dgm:spPr/>
      <dgm:t>
        <a:bodyPr/>
        <a:lstStyle/>
        <a:p>
          <a:r>
            <a:rPr lang="en-US"/>
            <a:t>Explore enrichment (device/merchant velocity); auto‑tune τ by Ops capacity.</a:t>
          </a:r>
        </a:p>
      </dgm:t>
    </dgm:pt>
    <dgm:pt modelId="{D1F3E077-0F6B-4DED-A042-AF73707F757F}" type="parTrans" cxnId="{675DDA94-6A07-49C3-B843-83F919C316B6}">
      <dgm:prSet/>
      <dgm:spPr/>
      <dgm:t>
        <a:bodyPr/>
        <a:lstStyle/>
        <a:p>
          <a:endParaRPr lang="en-US"/>
        </a:p>
      </dgm:t>
    </dgm:pt>
    <dgm:pt modelId="{06994A16-C878-45DC-BA12-6CDC764A76CB}" type="sibTrans" cxnId="{675DDA94-6A07-49C3-B843-83F919C316B6}">
      <dgm:prSet/>
      <dgm:spPr/>
      <dgm:t>
        <a:bodyPr/>
        <a:lstStyle/>
        <a:p>
          <a:endParaRPr lang="en-US"/>
        </a:p>
      </dgm:t>
    </dgm:pt>
    <dgm:pt modelId="{A134D306-DE22-479F-A597-CACAC0054A4C}">
      <dgm:prSet/>
      <dgm:spPr/>
      <dgm:t>
        <a:bodyPr/>
        <a:lstStyle/>
        <a:p>
          <a:r>
            <a:rPr lang="en-US"/>
            <a:t>Prepare business‑facing comms for CX/Policy; align go‑live KPIs.</a:t>
          </a:r>
        </a:p>
      </dgm:t>
    </dgm:pt>
    <dgm:pt modelId="{EE689F04-D409-42F7-8BBD-21BF93D15BBF}" type="parTrans" cxnId="{594B2F5C-9A26-4F76-B3E7-73179EA40BA1}">
      <dgm:prSet/>
      <dgm:spPr/>
      <dgm:t>
        <a:bodyPr/>
        <a:lstStyle/>
        <a:p>
          <a:endParaRPr lang="en-US"/>
        </a:p>
      </dgm:t>
    </dgm:pt>
    <dgm:pt modelId="{870D0258-E2DB-4A57-98E3-AA55CE518825}" type="sibTrans" cxnId="{594B2F5C-9A26-4F76-B3E7-73179EA40BA1}">
      <dgm:prSet/>
      <dgm:spPr/>
      <dgm:t>
        <a:bodyPr/>
        <a:lstStyle/>
        <a:p>
          <a:endParaRPr lang="en-US"/>
        </a:p>
      </dgm:t>
    </dgm:pt>
    <dgm:pt modelId="{A260C19D-8151-46B6-BDCE-CB07F8360F64}" type="pres">
      <dgm:prSet presAssocID="{232381F4-0EDF-4645-B2FE-5185C8FFA81E}" presName="root" presStyleCnt="0">
        <dgm:presLayoutVars>
          <dgm:dir/>
          <dgm:resizeHandles val="exact"/>
        </dgm:presLayoutVars>
      </dgm:prSet>
      <dgm:spPr/>
    </dgm:pt>
    <dgm:pt modelId="{26558C8C-ACE7-4A1B-A62E-B8F736202077}" type="pres">
      <dgm:prSet presAssocID="{E5191C5D-9040-4092-AE35-8E84CFEC56D6}" presName="compNode" presStyleCnt="0"/>
      <dgm:spPr/>
    </dgm:pt>
    <dgm:pt modelId="{8ED338B3-B266-4929-AD55-DE5A0AD89816}" type="pres">
      <dgm:prSet presAssocID="{E5191C5D-9040-4092-AE35-8E84CFEC56D6}" presName="bgRect" presStyleLbl="bgShp" presStyleIdx="0" presStyleCnt="3"/>
      <dgm:spPr/>
    </dgm:pt>
    <dgm:pt modelId="{904AD758-1EF2-42AC-BEA9-0DB1A02548C4}" type="pres">
      <dgm:prSet presAssocID="{E5191C5D-9040-4092-AE35-8E84CFEC56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A91ED81-1B5B-4D5F-B109-A1730B2535E3}" type="pres">
      <dgm:prSet presAssocID="{E5191C5D-9040-4092-AE35-8E84CFEC56D6}" presName="spaceRect" presStyleCnt="0"/>
      <dgm:spPr/>
    </dgm:pt>
    <dgm:pt modelId="{5F2AFB2A-DB20-409B-B0AC-C19AB20584D6}" type="pres">
      <dgm:prSet presAssocID="{E5191C5D-9040-4092-AE35-8E84CFEC56D6}" presName="parTx" presStyleLbl="revTx" presStyleIdx="0" presStyleCnt="3">
        <dgm:presLayoutVars>
          <dgm:chMax val="0"/>
          <dgm:chPref val="0"/>
        </dgm:presLayoutVars>
      </dgm:prSet>
      <dgm:spPr/>
    </dgm:pt>
    <dgm:pt modelId="{5A9ED5E1-9AB1-4DB5-9EE7-E4E97CA413BA}" type="pres">
      <dgm:prSet presAssocID="{592F1C76-9811-4671-AF4F-BAC6AD9CA139}" presName="sibTrans" presStyleCnt="0"/>
      <dgm:spPr/>
    </dgm:pt>
    <dgm:pt modelId="{4807C6A3-19A1-405D-9C95-C66CDF11A887}" type="pres">
      <dgm:prSet presAssocID="{375583A6-6C5C-429C-80A4-A3E03C1A5976}" presName="compNode" presStyleCnt="0"/>
      <dgm:spPr/>
    </dgm:pt>
    <dgm:pt modelId="{39685071-78CF-46E6-85EA-3E59608FBAFE}" type="pres">
      <dgm:prSet presAssocID="{375583A6-6C5C-429C-80A4-A3E03C1A5976}" presName="bgRect" presStyleLbl="bgShp" presStyleIdx="1" presStyleCnt="3"/>
      <dgm:spPr/>
    </dgm:pt>
    <dgm:pt modelId="{B15B7322-6C67-4025-9DFB-4877C4BE6639}" type="pres">
      <dgm:prSet presAssocID="{375583A6-6C5C-429C-80A4-A3E03C1A59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B6C7ED85-33CF-4CD8-8B7A-BA4CDB8473DB}" type="pres">
      <dgm:prSet presAssocID="{375583A6-6C5C-429C-80A4-A3E03C1A5976}" presName="spaceRect" presStyleCnt="0"/>
      <dgm:spPr/>
    </dgm:pt>
    <dgm:pt modelId="{14A6621A-7097-4BA1-B3E9-68D354F261B3}" type="pres">
      <dgm:prSet presAssocID="{375583A6-6C5C-429C-80A4-A3E03C1A5976}" presName="parTx" presStyleLbl="revTx" presStyleIdx="1" presStyleCnt="3">
        <dgm:presLayoutVars>
          <dgm:chMax val="0"/>
          <dgm:chPref val="0"/>
        </dgm:presLayoutVars>
      </dgm:prSet>
      <dgm:spPr/>
    </dgm:pt>
    <dgm:pt modelId="{C4EB4788-0BD1-4A98-9571-1C95550D36A4}" type="pres">
      <dgm:prSet presAssocID="{06994A16-C878-45DC-BA12-6CDC764A76CB}" presName="sibTrans" presStyleCnt="0"/>
      <dgm:spPr/>
    </dgm:pt>
    <dgm:pt modelId="{3EF08D42-475A-46F3-9CC0-3B4D467167E5}" type="pres">
      <dgm:prSet presAssocID="{A134D306-DE22-479F-A597-CACAC0054A4C}" presName="compNode" presStyleCnt="0"/>
      <dgm:spPr/>
    </dgm:pt>
    <dgm:pt modelId="{5C104731-B30F-4C56-BC3D-D6F2A7A7403A}" type="pres">
      <dgm:prSet presAssocID="{A134D306-DE22-479F-A597-CACAC0054A4C}" presName="bgRect" presStyleLbl="bgShp" presStyleIdx="2" presStyleCnt="3"/>
      <dgm:spPr/>
    </dgm:pt>
    <dgm:pt modelId="{E1576CA8-8566-4103-8773-DCD3C7E3848B}" type="pres">
      <dgm:prSet presAssocID="{A134D306-DE22-479F-A597-CACAC0054A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60C9AD0-0CE1-430B-B394-9F99068C44B3}" type="pres">
      <dgm:prSet presAssocID="{A134D306-DE22-479F-A597-CACAC0054A4C}" presName="spaceRect" presStyleCnt="0"/>
      <dgm:spPr/>
    </dgm:pt>
    <dgm:pt modelId="{CD383EAC-2D35-47FF-89AC-11E6C5DABFDC}" type="pres">
      <dgm:prSet presAssocID="{A134D306-DE22-479F-A597-CACAC0054A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0FA80A-FDB9-497B-A550-7E3ED5498236}" srcId="{232381F4-0EDF-4645-B2FE-5185C8FFA81E}" destId="{E5191C5D-9040-4092-AE35-8E84CFEC56D6}" srcOrd="0" destOrd="0" parTransId="{D35D2B34-3836-4DC7-9EAB-0D849B32D6AF}" sibTransId="{592F1C76-9811-4671-AF4F-BAC6AD9CA139}"/>
    <dgm:cxn modelId="{CFB02A0F-932E-407E-807B-5ADBE74E0258}" type="presOf" srcId="{E5191C5D-9040-4092-AE35-8E84CFEC56D6}" destId="{5F2AFB2A-DB20-409B-B0AC-C19AB20584D6}" srcOrd="0" destOrd="0" presId="urn:microsoft.com/office/officeart/2018/2/layout/IconVerticalSolidList"/>
    <dgm:cxn modelId="{594B2F5C-9A26-4F76-B3E7-73179EA40BA1}" srcId="{232381F4-0EDF-4645-B2FE-5185C8FFA81E}" destId="{A134D306-DE22-479F-A597-CACAC0054A4C}" srcOrd="2" destOrd="0" parTransId="{EE689F04-D409-42F7-8BBD-21BF93D15BBF}" sibTransId="{870D0258-E2DB-4A57-98E3-AA55CE518825}"/>
    <dgm:cxn modelId="{417C4250-03CA-4868-9E1A-F0E0F6B5FD11}" type="presOf" srcId="{232381F4-0EDF-4645-B2FE-5185C8FFA81E}" destId="{A260C19D-8151-46B6-BDCE-CB07F8360F64}" srcOrd="0" destOrd="0" presId="urn:microsoft.com/office/officeart/2018/2/layout/IconVerticalSolidList"/>
    <dgm:cxn modelId="{675DDA94-6A07-49C3-B843-83F919C316B6}" srcId="{232381F4-0EDF-4645-B2FE-5185C8FFA81E}" destId="{375583A6-6C5C-429C-80A4-A3E03C1A5976}" srcOrd="1" destOrd="0" parTransId="{D1F3E077-0F6B-4DED-A042-AF73707F757F}" sibTransId="{06994A16-C878-45DC-BA12-6CDC764A76CB}"/>
    <dgm:cxn modelId="{7A6A89BA-CD52-41BC-BA62-34225A3580DE}" type="presOf" srcId="{375583A6-6C5C-429C-80A4-A3E03C1A5976}" destId="{14A6621A-7097-4BA1-B3E9-68D354F261B3}" srcOrd="0" destOrd="0" presId="urn:microsoft.com/office/officeart/2018/2/layout/IconVerticalSolidList"/>
    <dgm:cxn modelId="{78A99DE8-19C8-430A-AC80-0989983D5981}" type="presOf" srcId="{A134D306-DE22-479F-A597-CACAC0054A4C}" destId="{CD383EAC-2D35-47FF-89AC-11E6C5DABFDC}" srcOrd="0" destOrd="0" presId="urn:microsoft.com/office/officeart/2018/2/layout/IconVerticalSolidList"/>
    <dgm:cxn modelId="{9EF315B6-25AA-4EC3-B720-21A0CD3C4BAD}" type="presParOf" srcId="{A260C19D-8151-46B6-BDCE-CB07F8360F64}" destId="{26558C8C-ACE7-4A1B-A62E-B8F736202077}" srcOrd="0" destOrd="0" presId="urn:microsoft.com/office/officeart/2018/2/layout/IconVerticalSolidList"/>
    <dgm:cxn modelId="{858F8BC6-B0A6-47B3-BA2C-7886274BA810}" type="presParOf" srcId="{26558C8C-ACE7-4A1B-A62E-B8F736202077}" destId="{8ED338B3-B266-4929-AD55-DE5A0AD89816}" srcOrd="0" destOrd="0" presId="urn:microsoft.com/office/officeart/2018/2/layout/IconVerticalSolidList"/>
    <dgm:cxn modelId="{D6DBCF75-DD92-4EAD-8158-5CCCFF38D4AD}" type="presParOf" srcId="{26558C8C-ACE7-4A1B-A62E-B8F736202077}" destId="{904AD758-1EF2-42AC-BEA9-0DB1A02548C4}" srcOrd="1" destOrd="0" presId="urn:microsoft.com/office/officeart/2018/2/layout/IconVerticalSolidList"/>
    <dgm:cxn modelId="{172B67CF-F138-44A8-A598-A1479CF3ACDA}" type="presParOf" srcId="{26558C8C-ACE7-4A1B-A62E-B8F736202077}" destId="{8A91ED81-1B5B-4D5F-B109-A1730B2535E3}" srcOrd="2" destOrd="0" presId="urn:microsoft.com/office/officeart/2018/2/layout/IconVerticalSolidList"/>
    <dgm:cxn modelId="{8337B665-610F-4F5C-851D-C92656094E9B}" type="presParOf" srcId="{26558C8C-ACE7-4A1B-A62E-B8F736202077}" destId="{5F2AFB2A-DB20-409B-B0AC-C19AB20584D6}" srcOrd="3" destOrd="0" presId="urn:microsoft.com/office/officeart/2018/2/layout/IconVerticalSolidList"/>
    <dgm:cxn modelId="{F8EDAB83-8EF6-4D7D-8940-047B24F69226}" type="presParOf" srcId="{A260C19D-8151-46B6-BDCE-CB07F8360F64}" destId="{5A9ED5E1-9AB1-4DB5-9EE7-E4E97CA413BA}" srcOrd="1" destOrd="0" presId="urn:microsoft.com/office/officeart/2018/2/layout/IconVerticalSolidList"/>
    <dgm:cxn modelId="{28C197A5-E4C7-43D9-8802-0E864CEA278A}" type="presParOf" srcId="{A260C19D-8151-46B6-BDCE-CB07F8360F64}" destId="{4807C6A3-19A1-405D-9C95-C66CDF11A887}" srcOrd="2" destOrd="0" presId="urn:microsoft.com/office/officeart/2018/2/layout/IconVerticalSolidList"/>
    <dgm:cxn modelId="{39ACD4F9-6B26-4B29-BAB3-B07830260D2C}" type="presParOf" srcId="{4807C6A3-19A1-405D-9C95-C66CDF11A887}" destId="{39685071-78CF-46E6-85EA-3E59608FBAFE}" srcOrd="0" destOrd="0" presId="urn:microsoft.com/office/officeart/2018/2/layout/IconVerticalSolidList"/>
    <dgm:cxn modelId="{C8CFFDFD-DD6F-45F6-9863-34EB07D57FCB}" type="presParOf" srcId="{4807C6A3-19A1-405D-9C95-C66CDF11A887}" destId="{B15B7322-6C67-4025-9DFB-4877C4BE6639}" srcOrd="1" destOrd="0" presId="urn:microsoft.com/office/officeart/2018/2/layout/IconVerticalSolidList"/>
    <dgm:cxn modelId="{FDC9B237-6338-4555-9BEE-02492BA054DC}" type="presParOf" srcId="{4807C6A3-19A1-405D-9C95-C66CDF11A887}" destId="{B6C7ED85-33CF-4CD8-8B7A-BA4CDB8473DB}" srcOrd="2" destOrd="0" presId="urn:microsoft.com/office/officeart/2018/2/layout/IconVerticalSolidList"/>
    <dgm:cxn modelId="{60260811-59BF-44AD-8462-6D0EA4E1F8DE}" type="presParOf" srcId="{4807C6A3-19A1-405D-9C95-C66CDF11A887}" destId="{14A6621A-7097-4BA1-B3E9-68D354F261B3}" srcOrd="3" destOrd="0" presId="urn:microsoft.com/office/officeart/2018/2/layout/IconVerticalSolidList"/>
    <dgm:cxn modelId="{54918805-EE75-4B98-AFAB-1D0002534B6C}" type="presParOf" srcId="{A260C19D-8151-46B6-BDCE-CB07F8360F64}" destId="{C4EB4788-0BD1-4A98-9571-1C95550D36A4}" srcOrd="3" destOrd="0" presId="urn:microsoft.com/office/officeart/2018/2/layout/IconVerticalSolidList"/>
    <dgm:cxn modelId="{DDD9C974-9960-4504-B218-2D7CF5CF7209}" type="presParOf" srcId="{A260C19D-8151-46B6-BDCE-CB07F8360F64}" destId="{3EF08D42-475A-46F3-9CC0-3B4D467167E5}" srcOrd="4" destOrd="0" presId="urn:microsoft.com/office/officeart/2018/2/layout/IconVerticalSolidList"/>
    <dgm:cxn modelId="{AFDF3C80-C5A2-4328-AC39-232377D4C745}" type="presParOf" srcId="{3EF08D42-475A-46F3-9CC0-3B4D467167E5}" destId="{5C104731-B30F-4C56-BC3D-D6F2A7A7403A}" srcOrd="0" destOrd="0" presId="urn:microsoft.com/office/officeart/2018/2/layout/IconVerticalSolidList"/>
    <dgm:cxn modelId="{9C4B8F35-AF3A-4F6A-A3E9-6A6BE83EF834}" type="presParOf" srcId="{3EF08D42-475A-46F3-9CC0-3B4D467167E5}" destId="{E1576CA8-8566-4103-8773-DCD3C7E3848B}" srcOrd="1" destOrd="0" presId="urn:microsoft.com/office/officeart/2018/2/layout/IconVerticalSolidList"/>
    <dgm:cxn modelId="{163151F0-3FFA-4FCF-9E9B-8A27D23D4A5A}" type="presParOf" srcId="{3EF08D42-475A-46F3-9CC0-3B4D467167E5}" destId="{160C9AD0-0CE1-430B-B394-9F99068C44B3}" srcOrd="2" destOrd="0" presId="urn:microsoft.com/office/officeart/2018/2/layout/IconVerticalSolidList"/>
    <dgm:cxn modelId="{035C4DB9-2D7B-49C5-8572-012FD18B4EA3}" type="presParOf" srcId="{3EF08D42-475A-46F3-9CC0-3B4D467167E5}" destId="{CD383EAC-2D35-47FF-89AC-11E6C5DABF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9BB2B-BF98-40AE-BC06-41A9934ED5AA}">
      <dsp:nvSpPr>
        <dsp:cNvPr id="0" name=""/>
        <dsp:cNvSpPr/>
      </dsp:nvSpPr>
      <dsp:spPr>
        <a:xfrm>
          <a:off x="1388325" y="30218"/>
          <a:ext cx="1235250" cy="1235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1993A-A48D-48AE-85F1-45AC0B2CE3FF}">
      <dsp:nvSpPr>
        <dsp:cNvPr id="0" name=""/>
        <dsp:cNvSpPr/>
      </dsp:nvSpPr>
      <dsp:spPr>
        <a:xfrm>
          <a:off x="1651575" y="293468"/>
          <a:ext cx="708750" cy="70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791BA-F61F-4731-941F-FC18B83D832D}">
      <dsp:nvSpPr>
        <dsp:cNvPr id="0" name=""/>
        <dsp:cNvSpPr/>
      </dsp:nvSpPr>
      <dsp:spPr>
        <a:xfrm>
          <a:off x="993450" y="1650218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Channel: card‑not‑present e‑commerce (PH).</a:t>
          </a:r>
        </a:p>
      </dsp:txBody>
      <dsp:txXfrm>
        <a:off x="993450" y="1650218"/>
        <a:ext cx="2025000" cy="720000"/>
      </dsp:txXfrm>
    </dsp:sp>
    <dsp:sp modelId="{99282CF3-84CA-4EFD-926E-A3027D727AE0}">
      <dsp:nvSpPr>
        <dsp:cNvPr id="0" name=""/>
        <dsp:cNvSpPr/>
      </dsp:nvSpPr>
      <dsp:spPr>
        <a:xfrm>
          <a:off x="3767700" y="30218"/>
          <a:ext cx="1235250" cy="1235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1489E-6FF6-4898-A8F7-3CF9FE975C1C}">
      <dsp:nvSpPr>
        <dsp:cNvPr id="0" name=""/>
        <dsp:cNvSpPr/>
      </dsp:nvSpPr>
      <dsp:spPr>
        <a:xfrm>
          <a:off x="4030950" y="293468"/>
          <a:ext cx="708750" cy="70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7F589-6E9D-4D06-9EBF-21A57856DF27}">
      <dsp:nvSpPr>
        <dsp:cNvPr id="0" name=""/>
        <dsp:cNvSpPr/>
      </dsp:nvSpPr>
      <dsp:spPr>
        <a:xfrm>
          <a:off x="3372825" y="1650218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Goal: ≥20% fraud loss reduction with ≤1% FPR.</a:t>
          </a:r>
        </a:p>
      </dsp:txBody>
      <dsp:txXfrm>
        <a:off x="3372825" y="1650218"/>
        <a:ext cx="2025000" cy="720000"/>
      </dsp:txXfrm>
    </dsp:sp>
    <dsp:sp modelId="{DFF30679-9D2B-49B9-9CE4-CF2EFB1D0916}">
      <dsp:nvSpPr>
        <dsp:cNvPr id="0" name=""/>
        <dsp:cNvSpPr/>
      </dsp:nvSpPr>
      <dsp:spPr>
        <a:xfrm>
          <a:off x="2578012" y="2876468"/>
          <a:ext cx="1235250" cy="1235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7BADD-DA94-44C4-A7CF-443E206D03F3}">
      <dsp:nvSpPr>
        <dsp:cNvPr id="0" name=""/>
        <dsp:cNvSpPr/>
      </dsp:nvSpPr>
      <dsp:spPr>
        <a:xfrm>
          <a:off x="2841262" y="3139718"/>
          <a:ext cx="708750" cy="708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CEA2D-7456-431B-88EF-7BB20C5D4471}">
      <dsp:nvSpPr>
        <dsp:cNvPr id="0" name=""/>
        <dsp:cNvSpPr/>
      </dsp:nvSpPr>
      <dsp:spPr>
        <a:xfrm>
          <a:off x="2183137" y="4496468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Operate under alert budget &amp; guardrails; maximize Expected Value (EV)</a:t>
          </a:r>
        </a:p>
      </dsp:txBody>
      <dsp:txXfrm>
        <a:off x="2183137" y="4496468"/>
        <a:ext cx="2025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4FE61-FAFE-4A50-85F7-A92FEDDB3DDE}">
      <dsp:nvSpPr>
        <dsp:cNvPr id="0" name=""/>
        <dsp:cNvSpPr/>
      </dsp:nvSpPr>
      <dsp:spPr>
        <a:xfrm>
          <a:off x="0" y="640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CE7D9-3B61-407A-A94C-276C858F1158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D4794-70FE-47C6-BDCB-CA863FECA194}">
      <dsp:nvSpPr>
        <dsp:cNvPr id="0" name=""/>
        <dsp:cNvSpPr/>
      </dsp:nvSpPr>
      <dsp:spPr>
        <a:xfrm>
          <a:off x="1730984" y="640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Rising chargebacks; limited Ops capacity (≈500 alerts/day).</a:t>
          </a:r>
        </a:p>
      </dsp:txBody>
      <dsp:txXfrm>
        <a:off x="1730984" y="640"/>
        <a:ext cx="4660290" cy="1498687"/>
      </dsp:txXfrm>
    </dsp:sp>
    <dsp:sp modelId="{3BD26120-93EA-46AC-B528-9BD80FFFFF7F}">
      <dsp:nvSpPr>
        <dsp:cNvPr id="0" name=""/>
        <dsp:cNvSpPr/>
      </dsp:nvSpPr>
      <dsp:spPr>
        <a:xfrm>
          <a:off x="0" y="187399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2AECE-E39B-4B85-8C1D-B476DA2956A0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FEEAE-5945-4C02-819D-685C56C674F4}">
      <dsp:nvSpPr>
        <dsp:cNvPr id="0" name=""/>
        <dsp:cNvSpPr/>
      </dsp:nvSpPr>
      <dsp:spPr>
        <a:xfrm>
          <a:off x="1730984" y="187399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Cut fraud loss while protecting CX and investigator load.</a:t>
          </a:r>
        </a:p>
      </dsp:txBody>
      <dsp:txXfrm>
        <a:off x="1730984" y="1873999"/>
        <a:ext cx="4660290" cy="1498687"/>
      </dsp:txXfrm>
    </dsp:sp>
    <dsp:sp modelId="{E9ED1509-6A1D-4E72-9FB1-AC6865AB75C3}">
      <dsp:nvSpPr>
        <dsp:cNvPr id="0" name=""/>
        <dsp:cNvSpPr/>
      </dsp:nvSpPr>
      <dsp:spPr>
        <a:xfrm>
          <a:off x="0" y="374735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5BAA7-D0C4-483B-8431-B25975AA7967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9E840-82E1-4966-AA81-8DAB29E86D07}">
      <dsp:nvSpPr>
        <dsp:cNvPr id="0" name=""/>
        <dsp:cNvSpPr/>
      </dsp:nvSpPr>
      <dsp:spPr>
        <a:xfrm>
          <a:off x="1730984" y="374735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Decision policy: pick threshold τ that maximises EV subject to FPR≤1% or alert budget.</a:t>
          </a:r>
        </a:p>
      </dsp:txBody>
      <dsp:txXfrm>
        <a:off x="1730984" y="3747359"/>
        <a:ext cx="4660290" cy="1498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7D079-36E4-41D2-9288-7CA9C7E494A4}">
      <dsp:nvSpPr>
        <dsp:cNvPr id="0" name=""/>
        <dsp:cNvSpPr/>
      </dsp:nvSpPr>
      <dsp:spPr>
        <a:xfrm>
          <a:off x="0" y="19615"/>
          <a:ext cx="6391275" cy="16782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Real‑time transaction scoring (0–1).</a:t>
          </a:r>
        </a:p>
      </dsp:txBody>
      <dsp:txXfrm>
        <a:off x="81924" y="101539"/>
        <a:ext cx="6227427" cy="1514370"/>
      </dsp:txXfrm>
    </dsp:sp>
    <dsp:sp modelId="{BF4A30E1-FD89-4F71-85A0-9D2F92426E12}">
      <dsp:nvSpPr>
        <dsp:cNvPr id="0" name=""/>
        <dsp:cNvSpPr/>
      </dsp:nvSpPr>
      <dsp:spPr>
        <a:xfrm>
          <a:off x="0" y="1784234"/>
          <a:ext cx="6391275" cy="1678218"/>
        </a:xfrm>
        <a:prstGeom prst="round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Models: Logistic (balanced), Random Forest, </a:t>
          </a:r>
          <a:r>
            <a:rPr lang="en-US" sz="3000" kern="1200" dirty="0" err="1"/>
            <a:t>XGBoost</a:t>
          </a:r>
          <a:r>
            <a:rPr lang="en-US" sz="3000" kern="1200" dirty="0"/>
            <a:t> (</a:t>
          </a:r>
          <a:r>
            <a:rPr lang="en-US" sz="3000" kern="1200" dirty="0" err="1"/>
            <a:t>scale_pos_weight</a:t>
          </a:r>
          <a:r>
            <a:rPr lang="en-US" sz="3000" kern="1200" dirty="0"/>
            <a:t>).</a:t>
          </a:r>
        </a:p>
      </dsp:txBody>
      <dsp:txXfrm>
        <a:off x="81924" y="1866158"/>
        <a:ext cx="6227427" cy="1514370"/>
      </dsp:txXfrm>
    </dsp:sp>
    <dsp:sp modelId="{4A5F26B7-36CB-43C4-8801-3E8476740381}">
      <dsp:nvSpPr>
        <dsp:cNvPr id="0" name=""/>
        <dsp:cNvSpPr/>
      </dsp:nvSpPr>
      <dsp:spPr>
        <a:xfrm>
          <a:off x="0" y="3548852"/>
          <a:ext cx="6391275" cy="1678218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Temporal validation (80/10/10 ordered by Time); leakage‑safe features.</a:t>
          </a:r>
        </a:p>
      </dsp:txBody>
      <dsp:txXfrm>
        <a:off x="81924" y="3630776"/>
        <a:ext cx="6227427" cy="1514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0FC24-E49E-48F9-A071-3B767C0A743F}">
      <dsp:nvSpPr>
        <dsp:cNvPr id="0" name=""/>
        <dsp:cNvSpPr/>
      </dsp:nvSpPr>
      <dsp:spPr>
        <a:xfrm>
          <a:off x="0" y="9743"/>
          <a:ext cx="6391275" cy="1684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EV at tight FPR: RF @ FPR≈0.17% → EV ≈ ₱107k (test), ~65 ≈alerts, Precision ≈25 %., Recall ≈73%, </a:t>
          </a:r>
        </a:p>
      </dsp:txBody>
      <dsp:txXfrm>
        <a:off x="82245" y="91988"/>
        <a:ext cx="6226785" cy="1520310"/>
      </dsp:txXfrm>
    </dsp:sp>
    <dsp:sp modelId="{8056AC81-DF9A-4DA0-9A86-7FE0DD02C187}">
      <dsp:nvSpPr>
        <dsp:cNvPr id="0" name=""/>
        <dsp:cNvSpPr/>
      </dsp:nvSpPr>
      <dsp:spPr>
        <a:xfrm>
          <a:off x="0" y="1780943"/>
          <a:ext cx="6391275" cy="1684800"/>
        </a:xfrm>
        <a:prstGeom prst="round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Under K=65 (test): Precision ≈25%, Recall ≈73%, FPR ≈ 0.17%EV ≈ ₱107k.</a:t>
          </a:r>
        </a:p>
      </dsp:txBody>
      <dsp:txXfrm>
        <a:off x="82245" y="1863188"/>
        <a:ext cx="6226785" cy="1520310"/>
      </dsp:txXfrm>
    </dsp:sp>
    <dsp:sp modelId="{8C3C294E-AF1F-404B-B437-25A5D8357434}">
      <dsp:nvSpPr>
        <dsp:cNvPr id="0" name=""/>
        <dsp:cNvSpPr/>
      </dsp:nvSpPr>
      <dsp:spPr>
        <a:xfrm>
          <a:off x="0" y="3552143"/>
          <a:ext cx="6391275" cy="1684800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EV declines as K increases; tune τ to Ops capacity and CX guardrails.</a:t>
          </a:r>
        </a:p>
      </dsp:txBody>
      <dsp:txXfrm>
        <a:off x="82245" y="3634388"/>
        <a:ext cx="6226785" cy="1520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6EA41-BFBE-44E2-A667-A14FBB70A7BE}">
      <dsp:nvSpPr>
        <dsp:cNvPr id="0" name=""/>
        <dsp:cNvSpPr/>
      </dsp:nvSpPr>
      <dsp:spPr>
        <a:xfrm>
          <a:off x="0" y="0"/>
          <a:ext cx="6391275" cy="1684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Operation point Chosen on validation  under FPR Cap of &lt;=0.5% applied to Test.</a:t>
          </a:r>
        </a:p>
      </dsp:txBody>
      <dsp:txXfrm>
        <a:off x="82245" y="82245"/>
        <a:ext cx="6226785" cy="1520310"/>
      </dsp:txXfrm>
    </dsp:sp>
    <dsp:sp modelId="{E061B3A7-60DA-43ED-9599-F28C665916BB}">
      <dsp:nvSpPr>
        <dsp:cNvPr id="0" name=""/>
        <dsp:cNvSpPr/>
      </dsp:nvSpPr>
      <dsp:spPr>
        <a:xfrm>
          <a:off x="0" y="1780943"/>
          <a:ext cx="6391275" cy="1684800"/>
        </a:xfrm>
        <a:prstGeom prst="round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Test: ~65≈alerts | Precision ≈25% | Recall ≈73% | FPR ≈0.17%.</a:t>
          </a:r>
        </a:p>
      </dsp:txBody>
      <dsp:txXfrm>
        <a:off x="82245" y="1863188"/>
        <a:ext cx="6226785" cy="1520310"/>
      </dsp:txXfrm>
    </dsp:sp>
    <dsp:sp modelId="{D90C292D-6357-492F-A1C4-FAEF2E9DC5A7}">
      <dsp:nvSpPr>
        <dsp:cNvPr id="0" name=""/>
        <dsp:cNvSpPr/>
      </dsp:nvSpPr>
      <dsp:spPr>
        <a:xfrm>
          <a:off x="0" y="3552143"/>
          <a:ext cx="6391275" cy="1684800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Expected Value on the test: ≈ ₱107k (scales with volume).</a:t>
          </a:r>
        </a:p>
      </dsp:txBody>
      <dsp:txXfrm>
        <a:off x="82245" y="3634388"/>
        <a:ext cx="6226785" cy="1520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D5B29-4ADE-4E13-BC33-52FB23F7E0A1}">
      <dsp:nvSpPr>
        <dsp:cNvPr id="0" name=""/>
        <dsp:cNvSpPr/>
      </dsp:nvSpPr>
      <dsp:spPr>
        <a:xfrm>
          <a:off x="0" y="19615"/>
          <a:ext cx="6391275" cy="16782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Workload: configurable 65–250 alerts/day in initial rollout scenarios.</a:t>
          </a:r>
        </a:p>
      </dsp:txBody>
      <dsp:txXfrm>
        <a:off x="81924" y="101539"/>
        <a:ext cx="6227427" cy="1514370"/>
      </dsp:txXfrm>
    </dsp:sp>
    <dsp:sp modelId="{006CBCFC-BB81-4EDC-8216-ADED28DBE247}">
      <dsp:nvSpPr>
        <dsp:cNvPr id="0" name=""/>
        <dsp:cNvSpPr/>
      </dsp:nvSpPr>
      <dsp:spPr>
        <a:xfrm>
          <a:off x="0" y="1784234"/>
          <a:ext cx="6391275" cy="1678218"/>
        </a:xfrm>
        <a:prstGeom prst="round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CX: FPR cap ≤1% limits unnecessary reviews/declines.</a:t>
          </a:r>
        </a:p>
      </dsp:txBody>
      <dsp:txXfrm>
        <a:off x="81924" y="1866158"/>
        <a:ext cx="6227427" cy="1514370"/>
      </dsp:txXfrm>
    </dsp:sp>
    <dsp:sp modelId="{8788FA53-08E3-46D7-904D-56D83370C6BC}">
      <dsp:nvSpPr>
        <dsp:cNvPr id="0" name=""/>
        <dsp:cNvSpPr/>
      </dsp:nvSpPr>
      <dsp:spPr>
        <a:xfrm>
          <a:off x="0" y="3548852"/>
          <a:ext cx="6391275" cy="1678218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Savings: more early‑stage CNP attacks intercepted at controlled cost.</a:t>
          </a:r>
        </a:p>
      </dsp:txBody>
      <dsp:txXfrm>
        <a:off x="81924" y="3630776"/>
        <a:ext cx="6227427" cy="15143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E1F4B-F64D-4835-B6AC-9230621B8FA4}">
      <dsp:nvSpPr>
        <dsp:cNvPr id="0" name=""/>
        <dsp:cNvSpPr/>
      </dsp:nvSpPr>
      <dsp:spPr>
        <a:xfrm>
          <a:off x="749161" y="746523"/>
          <a:ext cx="920044" cy="9200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E9F45-E384-427E-AD69-216D36339FEA}">
      <dsp:nvSpPr>
        <dsp:cNvPr id="0" name=""/>
        <dsp:cNvSpPr/>
      </dsp:nvSpPr>
      <dsp:spPr>
        <a:xfrm>
          <a:off x="186912" y="1956159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Drift monitoring (PSI) + monthly threshold recalibration.</a:t>
          </a:r>
        </a:p>
      </dsp:txBody>
      <dsp:txXfrm>
        <a:off x="186912" y="1956159"/>
        <a:ext cx="2044543" cy="720000"/>
      </dsp:txXfrm>
    </dsp:sp>
    <dsp:sp modelId="{B5866B46-EAD3-4CA9-AFEA-644F7D2A6881}">
      <dsp:nvSpPr>
        <dsp:cNvPr id="0" name=""/>
        <dsp:cNvSpPr/>
      </dsp:nvSpPr>
      <dsp:spPr>
        <a:xfrm>
          <a:off x="3151500" y="746523"/>
          <a:ext cx="920044" cy="9200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AB2B-8832-485C-B86B-CCECFDE4F05E}">
      <dsp:nvSpPr>
        <dsp:cNvPr id="0" name=""/>
        <dsp:cNvSpPr/>
      </dsp:nvSpPr>
      <dsp:spPr>
        <a:xfrm>
          <a:off x="2589250" y="1956159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Fairness slices (amount/hour) monitored; route thresholds if needed.</a:t>
          </a:r>
        </a:p>
      </dsp:txBody>
      <dsp:txXfrm>
        <a:off x="2589250" y="1956159"/>
        <a:ext cx="2044543" cy="720000"/>
      </dsp:txXfrm>
    </dsp:sp>
    <dsp:sp modelId="{93FB5326-7C6D-4438-A311-56D12F433D2D}">
      <dsp:nvSpPr>
        <dsp:cNvPr id="0" name=""/>
        <dsp:cNvSpPr/>
      </dsp:nvSpPr>
      <dsp:spPr>
        <a:xfrm>
          <a:off x="5553838" y="746523"/>
          <a:ext cx="920044" cy="9200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B2991-74AD-482A-9F68-3E4B7A783DEE}">
      <dsp:nvSpPr>
        <dsp:cNvPr id="0" name=""/>
        <dsp:cNvSpPr/>
      </dsp:nvSpPr>
      <dsp:spPr>
        <a:xfrm>
          <a:off x="4991589" y="1956159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Repo with saved reports/figures &amp; requirements; deterministic temporal splits.</a:t>
          </a:r>
        </a:p>
      </dsp:txBody>
      <dsp:txXfrm>
        <a:off x="4991589" y="1956159"/>
        <a:ext cx="2044543" cy="720000"/>
      </dsp:txXfrm>
    </dsp:sp>
    <dsp:sp modelId="{B032BC6A-E138-46DB-95F3-3FF30100FC2B}">
      <dsp:nvSpPr>
        <dsp:cNvPr id="0" name=""/>
        <dsp:cNvSpPr/>
      </dsp:nvSpPr>
      <dsp:spPr>
        <a:xfrm>
          <a:off x="7956176" y="746523"/>
          <a:ext cx="920044" cy="9200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CC94A-DF2A-4897-A614-0063CC23B277}">
      <dsp:nvSpPr>
        <dsp:cNvPr id="0" name=""/>
        <dsp:cNvSpPr/>
      </dsp:nvSpPr>
      <dsp:spPr>
        <a:xfrm>
          <a:off x="7393927" y="1956159"/>
          <a:ext cx="20445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Latency target ≤300 ms; RF/XGB feasible.</a:t>
          </a:r>
        </a:p>
      </dsp:txBody>
      <dsp:txXfrm>
        <a:off x="7393927" y="1956159"/>
        <a:ext cx="204454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12395-9067-4A43-840E-438AB82E33A4}">
      <dsp:nvSpPr>
        <dsp:cNvPr id="0" name=""/>
        <dsp:cNvSpPr/>
      </dsp:nvSpPr>
      <dsp:spPr>
        <a:xfrm>
          <a:off x="923249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C1C82-43EA-46B2-B324-4DD0A5757D2B}">
      <dsp:nvSpPr>
        <dsp:cNvPr id="0" name=""/>
        <dsp:cNvSpPr/>
      </dsp:nvSpPr>
      <dsp:spPr>
        <a:xfrm>
          <a:off x="159251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Adopt Random Forest with τ tuned for FPR≈0.5% for Phase‑1 pilot.</a:t>
          </a:r>
        </a:p>
      </dsp:txBody>
      <dsp:txXfrm>
        <a:off x="159251" y="2150305"/>
        <a:ext cx="2778172" cy="720000"/>
      </dsp:txXfrm>
    </dsp:sp>
    <dsp:sp modelId="{F25A9362-00E9-4F5F-91AF-FC1274F426E5}">
      <dsp:nvSpPr>
        <dsp:cNvPr id="0" name=""/>
        <dsp:cNvSpPr/>
      </dsp:nvSpPr>
      <dsp:spPr>
        <a:xfrm>
          <a:off x="4187602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0C362-1BF3-4A8F-9433-EC4B313682A7}">
      <dsp:nvSpPr>
        <dsp:cNvPr id="0" name=""/>
        <dsp:cNvSpPr/>
      </dsp:nvSpPr>
      <dsp:spPr>
        <a:xfrm>
          <a:off x="3423605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Weekly precision review; adjust τ toward EV optimum within guardrails.</a:t>
          </a:r>
        </a:p>
      </dsp:txBody>
      <dsp:txXfrm>
        <a:off x="3423605" y="2150305"/>
        <a:ext cx="2778172" cy="720000"/>
      </dsp:txXfrm>
    </dsp:sp>
    <dsp:sp modelId="{C69C77F1-22DD-4E25-98F5-47F3A44AFBAB}">
      <dsp:nvSpPr>
        <dsp:cNvPr id="0" name=""/>
        <dsp:cNvSpPr/>
      </dsp:nvSpPr>
      <dsp:spPr>
        <a:xfrm>
          <a:off x="7451955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80078-3FEE-417F-9C0C-8DB81D5DCDA3}">
      <dsp:nvSpPr>
        <dsp:cNvPr id="0" name=""/>
        <dsp:cNvSpPr/>
      </dsp:nvSpPr>
      <dsp:spPr>
        <a:xfrm>
          <a:off x="6687958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QA‑sample low‑precision slices; prepare drift/fairness dashboards.</a:t>
          </a:r>
        </a:p>
      </dsp:txBody>
      <dsp:txXfrm>
        <a:off x="6687958" y="2150305"/>
        <a:ext cx="2778172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2EBEA-2B40-444D-8AB3-A94A762AC8F8}">
      <dsp:nvSpPr>
        <dsp:cNvPr id="0" name=""/>
        <dsp:cNvSpPr/>
      </dsp:nvSpPr>
      <dsp:spPr>
        <a:xfrm>
          <a:off x="0" y="0"/>
          <a:ext cx="3007932" cy="342268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Week 1–2: package + shadow test; finalize alert workflow.</a:t>
          </a:r>
        </a:p>
      </dsp:txBody>
      <dsp:txXfrm>
        <a:off x="0" y="1300619"/>
        <a:ext cx="3007932" cy="2053609"/>
      </dsp:txXfrm>
    </dsp:sp>
    <dsp:sp modelId="{9A2AA54D-2E14-47AD-B037-E5BB3D7E74E0}">
      <dsp:nvSpPr>
        <dsp:cNvPr id="0" name=""/>
        <dsp:cNvSpPr/>
      </dsp:nvSpPr>
      <dsp:spPr>
        <a:xfrm>
          <a:off x="990563" y="342268"/>
          <a:ext cx="1026804" cy="102680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54" tIns="12700" rIns="8005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40935" y="492640"/>
        <a:ext cx="726060" cy="726060"/>
      </dsp:txXfrm>
    </dsp:sp>
    <dsp:sp modelId="{E6F2A594-3AA6-4DB8-8BDD-8E451E28CBEF}">
      <dsp:nvSpPr>
        <dsp:cNvPr id="0" name=""/>
        <dsp:cNvSpPr/>
      </dsp:nvSpPr>
      <dsp:spPr>
        <a:xfrm>
          <a:off x="0" y="3422611"/>
          <a:ext cx="3007932" cy="72"/>
        </a:xfrm>
        <a:prstGeom prst="rect">
          <a:avLst/>
        </a:prstGeom>
        <a:gradFill rotWithShape="0">
          <a:gsLst>
            <a:gs pos="0">
              <a:schemeClr val="accent2">
                <a:hueOff val="-3953144"/>
                <a:satOff val="18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3953144"/>
                <a:satOff val="18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953144"/>
              <a:satOff val="18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27E9E2-1733-4AE6-ABA8-CA1BB212FEBA}">
      <dsp:nvSpPr>
        <dsp:cNvPr id="0" name=""/>
        <dsp:cNvSpPr/>
      </dsp:nvSpPr>
      <dsp:spPr>
        <a:xfrm>
          <a:off x="3308725" y="0"/>
          <a:ext cx="3007932" cy="3422683"/>
        </a:xfrm>
        <a:prstGeom prst="rect">
          <a:avLst/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Week 3–4: pilot at K=65-100; track precision/recall/FPR/EV; calibrate τ.</a:t>
          </a:r>
        </a:p>
      </dsp:txBody>
      <dsp:txXfrm>
        <a:off x="3308725" y="1300619"/>
        <a:ext cx="3007932" cy="2053609"/>
      </dsp:txXfrm>
    </dsp:sp>
    <dsp:sp modelId="{39AAE980-C0C5-412A-AFB5-9A2B8E5B2967}">
      <dsp:nvSpPr>
        <dsp:cNvPr id="0" name=""/>
        <dsp:cNvSpPr/>
      </dsp:nvSpPr>
      <dsp:spPr>
        <a:xfrm>
          <a:off x="4299289" y="342268"/>
          <a:ext cx="1026804" cy="1026804"/>
        </a:xfrm>
        <a:prstGeom prst="ellipse">
          <a:avLst/>
        </a:prstGeom>
        <a:gradFill rotWithShape="0">
          <a:gsLst>
            <a:gs pos="0">
              <a:schemeClr val="accent2">
                <a:hueOff val="-7906288"/>
                <a:satOff val="36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7906288"/>
                <a:satOff val="36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906288"/>
              <a:satOff val="36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54" tIns="12700" rIns="8005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449661" y="492640"/>
        <a:ext cx="726060" cy="726060"/>
      </dsp:txXfrm>
    </dsp:sp>
    <dsp:sp modelId="{01703959-9D80-4724-9CE3-52F48D78A9C3}">
      <dsp:nvSpPr>
        <dsp:cNvPr id="0" name=""/>
        <dsp:cNvSpPr/>
      </dsp:nvSpPr>
      <dsp:spPr>
        <a:xfrm>
          <a:off x="3308725" y="3422611"/>
          <a:ext cx="3007932" cy="72"/>
        </a:xfrm>
        <a:prstGeom prst="rect">
          <a:avLst/>
        </a:prstGeom>
        <a:gradFill rotWithShape="0">
          <a:gsLst>
            <a:gs pos="0">
              <a:schemeClr val="accent2">
                <a:hueOff val="-11859433"/>
                <a:satOff val="54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1859433"/>
                <a:satOff val="54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1859433"/>
              <a:satOff val="54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3EFE56-E1CC-48C3-BF83-DB3AFFBFD4A6}">
      <dsp:nvSpPr>
        <dsp:cNvPr id="0" name=""/>
        <dsp:cNvSpPr/>
      </dsp:nvSpPr>
      <dsp:spPr>
        <a:xfrm>
          <a:off x="6617450" y="0"/>
          <a:ext cx="3007932" cy="3422683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Week 5–6: expand to K=150–250 if precision ≥ target; handoff runbook.</a:t>
          </a:r>
        </a:p>
      </dsp:txBody>
      <dsp:txXfrm>
        <a:off x="6617450" y="1300619"/>
        <a:ext cx="3007932" cy="2053609"/>
      </dsp:txXfrm>
    </dsp:sp>
    <dsp:sp modelId="{E9003334-6B68-44FB-BEC1-DE0FCCCA9BF4}">
      <dsp:nvSpPr>
        <dsp:cNvPr id="0" name=""/>
        <dsp:cNvSpPr/>
      </dsp:nvSpPr>
      <dsp:spPr>
        <a:xfrm>
          <a:off x="7608014" y="342268"/>
          <a:ext cx="1026804" cy="1026804"/>
        </a:xfrm>
        <a:prstGeom prst="ellipse">
          <a:avLst/>
        </a:prstGeom>
        <a:gradFill rotWithShape="0">
          <a:gsLst>
            <a:gs pos="0">
              <a:schemeClr val="accent2">
                <a:hueOff val="-15812576"/>
                <a:satOff val="72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5812576"/>
                <a:satOff val="72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5812576"/>
              <a:satOff val="72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54" tIns="12700" rIns="8005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758386" y="492640"/>
        <a:ext cx="726060" cy="726060"/>
      </dsp:txXfrm>
    </dsp:sp>
    <dsp:sp modelId="{607373A0-7354-41F2-B7A8-5ED8E35EA6B8}">
      <dsp:nvSpPr>
        <dsp:cNvPr id="0" name=""/>
        <dsp:cNvSpPr/>
      </dsp:nvSpPr>
      <dsp:spPr>
        <a:xfrm>
          <a:off x="6617450" y="3422611"/>
          <a:ext cx="3007932" cy="72"/>
        </a:xfrm>
        <a:prstGeom prst="rect">
          <a:avLst/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338B3-B266-4929-AD55-DE5A0AD89816}">
      <dsp:nvSpPr>
        <dsp:cNvPr id="0" name=""/>
        <dsp:cNvSpPr/>
      </dsp:nvSpPr>
      <dsp:spPr>
        <a:xfrm>
          <a:off x="0" y="640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AD758-1EF2-42AC-BEA9-0DB1A02548C4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AFB2A-DB20-409B-B0AC-C19AB20584D6}">
      <dsp:nvSpPr>
        <dsp:cNvPr id="0" name=""/>
        <dsp:cNvSpPr/>
      </dsp:nvSpPr>
      <dsp:spPr>
        <a:xfrm>
          <a:off x="1730984" y="640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Enable Evidently PSI + fairness dashboards; add latency micro‑benchmark.</a:t>
          </a:r>
        </a:p>
      </dsp:txBody>
      <dsp:txXfrm>
        <a:off x="1730984" y="640"/>
        <a:ext cx="4660290" cy="1498687"/>
      </dsp:txXfrm>
    </dsp:sp>
    <dsp:sp modelId="{39685071-78CF-46E6-85EA-3E59608FBAFE}">
      <dsp:nvSpPr>
        <dsp:cNvPr id="0" name=""/>
        <dsp:cNvSpPr/>
      </dsp:nvSpPr>
      <dsp:spPr>
        <a:xfrm>
          <a:off x="0" y="187399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B7322-6C67-4025-9DFB-4877C4BE6639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6621A-7097-4BA1-B3E9-68D354F261B3}">
      <dsp:nvSpPr>
        <dsp:cNvPr id="0" name=""/>
        <dsp:cNvSpPr/>
      </dsp:nvSpPr>
      <dsp:spPr>
        <a:xfrm>
          <a:off x="1730984" y="187399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Explore enrichment (device/merchant velocity); auto‑tune τ by Ops capacity.</a:t>
          </a:r>
        </a:p>
      </dsp:txBody>
      <dsp:txXfrm>
        <a:off x="1730984" y="1873999"/>
        <a:ext cx="4660290" cy="1498687"/>
      </dsp:txXfrm>
    </dsp:sp>
    <dsp:sp modelId="{5C104731-B30F-4C56-BC3D-D6F2A7A7403A}">
      <dsp:nvSpPr>
        <dsp:cNvPr id="0" name=""/>
        <dsp:cNvSpPr/>
      </dsp:nvSpPr>
      <dsp:spPr>
        <a:xfrm>
          <a:off x="0" y="3747359"/>
          <a:ext cx="6391275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76CA8-8566-4103-8773-DCD3C7E3848B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83EAC-2D35-47FF-89AC-11E6C5DABFDC}">
      <dsp:nvSpPr>
        <dsp:cNvPr id="0" name=""/>
        <dsp:cNvSpPr/>
      </dsp:nvSpPr>
      <dsp:spPr>
        <a:xfrm>
          <a:off x="1730984" y="374735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Prepare business‑facing comms for CX/Policy; align go‑live KPIs.</a:t>
          </a:r>
        </a:p>
      </dsp:txBody>
      <dsp:txXfrm>
        <a:off x="1730984" y="3747359"/>
        <a:ext cx="4660290" cy="1498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049F5-CC56-4E5B-8C9E-92A0C8D5E866}" type="datetimeFigureOut">
              <a:rPr lang="en-PH" smtClean="0"/>
              <a:t>23/12/2025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374C-64BF-44A9-8291-CDD7349A95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0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0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7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30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7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65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94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2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10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49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23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6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1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6B8CD-1BEF-E0FB-76BC-660E6E00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8A08-08C0-2258-786A-0E53686A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2" y="748695"/>
            <a:ext cx="9154885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/>
              <a:t>Retail Bank CNP Fraud Detection — Business  Deck</a:t>
            </a:r>
            <a:endParaRPr 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CF6869-DC2E-1246-03E4-12149FD0B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59919"/>
              </p:ext>
            </p:extLst>
          </p:nvPr>
        </p:nvGraphicFramePr>
        <p:xfrm>
          <a:off x="2536371" y="4095490"/>
          <a:ext cx="7043057" cy="25253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43057">
                  <a:extLst>
                    <a:ext uri="{9D8B030D-6E8A-4147-A177-3AD203B41FA5}">
                      <a16:colId xmlns:a16="http://schemas.microsoft.com/office/drawing/2014/main" val="2513158765"/>
                    </a:ext>
                  </a:extLst>
                </a:gridCol>
              </a:tblGrid>
              <a:tr h="130473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Presented by: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Patrick Evan G Arriola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Date: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 24, 2025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Repository: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https://github.com/patrickearriola-max/Pat-Arriola-Fraud-Capstone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66169" marR="138408" marT="138408" marB="1384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36696"/>
                  </a:ext>
                </a:extLst>
              </a:tr>
              <a:tr h="338871">
                <a:tc>
                  <a:txBody>
                    <a:bodyPr/>
                    <a:lstStyle/>
                    <a:p>
                      <a:endParaRPr lang="en-PH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6169" marR="138408" marT="138408" marB="1384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17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59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89356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100" dirty="0">
                <a:solidFill>
                  <a:schemeClr val="tx1"/>
                </a:solidFill>
              </a:rPr>
              <a:t>CNP Fraud Prevention — Executive Brief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87C459B-4E07-04AA-34DF-E9066622C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444383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chemeClr val="tx1"/>
                </a:solidFill>
              </a:rPr>
              <a:t>Problem &amp; Objective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6613A92-7606-7EBD-5439-FE1BE23A46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8133117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chemeClr val="tx1"/>
                </a:solidFill>
              </a:rPr>
              <a:t>What We Built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A9DDDBA-9451-7A7A-DBF6-8C818BFDC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684607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Data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955" y="2603500"/>
            <a:ext cx="3481054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≈285k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txns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fraud ≈0.17%.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Features: V1–V28 +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Amount_log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Amount_rz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Time_sin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Time_cos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Temporal split: 80% train / 10%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/ 10% test.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188019"/>
              </p:ext>
            </p:extLst>
          </p:nvPr>
        </p:nvGraphicFramePr>
        <p:xfrm>
          <a:off x="5279196" y="2775951"/>
          <a:ext cx="5570324" cy="3067164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128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4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54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700" b="0" cap="none" spc="0" dirty="0">
                          <a:solidFill>
                            <a:schemeClr val="bg1"/>
                          </a:solidFill>
                        </a:rPr>
                        <a:t>Split</a:t>
                      </a:r>
                    </a:p>
                  </a:txBody>
                  <a:tcPr marL="152091" marR="152091" marT="152091" marB="7604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700" b="0" cap="none" spc="0">
                          <a:solidFill>
                            <a:schemeClr val="bg1"/>
                          </a:solidFill>
                        </a:rPr>
                        <a:t>Rows</a:t>
                      </a:r>
                    </a:p>
                  </a:txBody>
                  <a:tcPr marL="152091" marR="152091" marT="152091" marB="7604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700" b="0" cap="none" spc="0">
                          <a:solidFill>
                            <a:schemeClr val="bg1"/>
                          </a:solidFill>
                        </a:rPr>
                        <a:t>Fraud</a:t>
                      </a:r>
                    </a:p>
                  </a:txBody>
                  <a:tcPr marL="152091" marR="152091" marT="152091" marB="7604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700" b="0" cap="none" spc="0">
                          <a:solidFill>
                            <a:schemeClr val="bg1"/>
                          </a:solidFill>
                        </a:rPr>
                        <a:t>Rate</a:t>
                      </a:r>
                    </a:p>
                  </a:txBody>
                  <a:tcPr marL="152091" marR="152091" marT="152091" marB="7604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154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Train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bg1"/>
                          </a:solidFill>
                        </a:rPr>
                        <a:t>227,846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417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bg1"/>
                          </a:solidFill>
                        </a:rPr>
                        <a:t>0.183%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154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Val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28,480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0.186%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154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28,481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0.077%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154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Overall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284,807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492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bg1"/>
                          </a:solidFill>
                        </a:rPr>
                        <a:t>≈0.173%</a:t>
                      </a:r>
                    </a:p>
                  </a:txBody>
                  <a:tcPr marL="152091" marR="152091" marT="152091" marB="760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chemeClr val="tx1"/>
                </a:solidFill>
              </a:rPr>
              <a:t>Key Results — Validation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C9BB1D9-842A-EF15-2511-3FCF5D1E97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626177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7855552-49A2-6550-6D38-99EF9A1E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</p:spPr>
        <p:txBody>
          <a:bodyPr/>
          <a:lstStyle/>
          <a:p>
            <a:r>
              <a:rPr lang="en-PH" dirty="0"/>
              <a:t>EV = TP×₱7,500 − (TP+FP)×₱80 − FP×₱150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B232-582C-F2EB-DB5D-1B90D8A8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Summary of key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92B53-9132-F37F-0148-5C71470A68E1}"/>
              </a:ext>
            </a:extLst>
          </p:cNvPr>
          <p:cNvSpPr txBox="1"/>
          <p:nvPr/>
        </p:nvSpPr>
        <p:spPr>
          <a:xfrm>
            <a:off x="1154954" y="2483754"/>
            <a:ext cx="9295331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dirty="0"/>
              <a:t>With a tight false-positive cap, </a:t>
            </a:r>
            <a:r>
              <a:rPr lang="en-US" sz="1600" b="1" dirty="0"/>
              <a:t>Random Forest</a:t>
            </a:r>
            <a:r>
              <a:rPr lang="en-US" sz="1600" dirty="0"/>
              <a:t> delivers the strongest financial outcome.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Features: V1–V28 +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Amount_log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Amount_rz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Time_sin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Time_cos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dirty="0"/>
              <a:t>If we constrain reviews, we still keep </a:t>
            </a:r>
            <a:r>
              <a:rPr lang="en-US" sz="1600" b="1" dirty="0"/>
              <a:t>high fraud coverage (recall=0.727)</a:t>
            </a:r>
            <a:r>
              <a:rPr lang="en-US" sz="1600" dirty="0"/>
              <a:t> and </a:t>
            </a:r>
            <a:r>
              <a:rPr lang="en-US" sz="1600" b="1" dirty="0"/>
              <a:t>raise precision to ~25%</a:t>
            </a:r>
            <a:r>
              <a:rPr lang="en-US" sz="1600" dirty="0"/>
              <a:t>; </a:t>
            </a:r>
            <a:r>
              <a:rPr lang="en-US" sz="1600" b="1" dirty="0"/>
              <a:t>EV remains in the ₱107k range</a:t>
            </a:r>
            <a:r>
              <a:rPr lang="en-US" sz="1600" dirty="0"/>
              <a:t>, so we can tune the threshold to fit Ops capacity without giving up much value.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EV falls as alerts increase</a:t>
            </a:r>
            <a:r>
              <a:rPr lang="en-US" sz="1600" dirty="0"/>
              <a:t>, so we operate at an </a:t>
            </a:r>
            <a:r>
              <a:rPr lang="en-US" sz="1600" b="1" dirty="0"/>
              <a:t>FPR cap or K-budget</a:t>
            </a:r>
            <a:r>
              <a:rPr lang="en-US" sz="1600" dirty="0"/>
              <a:t>, whichever best protects customer experience while meeting risk goals.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98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773" y="764713"/>
            <a:ext cx="3382297" cy="128179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defRPr sz="4400" b="1">
                <a:solidFill>
                  <a:schemeClr val="accent1"/>
                </a:solidFill>
              </a:defRPr>
            </a:pPr>
            <a:r>
              <a:rPr lang="en-US" sz="280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Trade‑off: EV vs Alerts </a:t>
            </a:r>
            <a:r>
              <a:rPr lang="en-US" sz="2800" dirty="0">
                <a:solidFill>
                  <a:srgbClr val="EBEBEB"/>
                </a:solidFill>
              </a:rPr>
              <a:t>Budget</a:t>
            </a:r>
            <a:r>
              <a:rPr lang="en-US" sz="280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(K)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00AFB-4516-8A35-90D5-812F18FD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90" y="1234621"/>
            <a:ext cx="5851676" cy="4388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1350D1-87E4-C2F9-FA84-BF6D8DA6D5D6}"/>
              </a:ext>
            </a:extLst>
          </p:cNvPr>
          <p:cNvSpPr txBox="1"/>
          <p:nvPr/>
        </p:nvSpPr>
        <p:spPr>
          <a:xfrm>
            <a:off x="7820155" y="2247030"/>
            <a:ext cx="3979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Note: Final operating point is selected via FPR-constrained thresholding (τ), yielding 65 alerts; this chart shows fixed-K alternatives for capacity planning.</a:t>
            </a:r>
            <a:endParaRPr lang="en-P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78CE2-8089-10E5-3424-3FEA2355C035}"/>
              </a:ext>
            </a:extLst>
          </p:cNvPr>
          <p:cNvSpPr txBox="1"/>
          <p:nvPr/>
        </p:nvSpPr>
        <p:spPr>
          <a:xfrm>
            <a:off x="7820154" y="4001356"/>
            <a:ext cx="39799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evaluated two policies: a fixed-K policy for capacity planning, and a threshold policy constrained by FPR. The deployed point uses the FPR-constrained threshold, which resulted in 65 alerts on the test window. The K-sweep chart illustrates trade-offs if operations want to force higher alert volumes.</a:t>
            </a:r>
            <a:endParaRPr lang="en-PH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169611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chemeClr val="tx1"/>
                </a:solidFill>
              </a:rPr>
              <a:t>Key Results — Test (Hold‑out: TEST)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B0927287-568C-84FB-894A-1C760BB2B1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033303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3700" dirty="0">
                <a:solidFill>
                  <a:schemeClr val="tx1"/>
                </a:solidFill>
              </a:rPr>
              <a:t>Operational &amp; Customer Impact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CA3ED4C-1277-50E6-F32C-4A0C293084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781544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defRPr sz="4400" b="1">
                <a:solidFill>
                  <a:schemeClr val="accent1"/>
                </a:solidFill>
              </a:defRPr>
            </a:pPr>
            <a:r>
              <a:rPr lang="en-US" sz="3700" dirty="0">
                <a:solidFill>
                  <a:srgbClr val="FFFFFF"/>
                </a:solidFill>
              </a:rPr>
              <a:t>Governance, Risk &amp; Reproducibility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3EDECB9-E7B2-5BC2-765D-F3CC5A915D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4107143"/>
              </p:ext>
            </p:extLst>
          </p:nvPr>
        </p:nvGraphicFramePr>
        <p:xfrm>
          <a:off x="1286934" y="1714497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7B67-19F4-8317-FEA8-A458D819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18DE-6AA7-9882-F24F-E4C6C5FA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Summary of </a:t>
            </a:r>
            <a:r>
              <a:rPr lang="en-US" dirty="0">
                <a:solidFill>
                  <a:srgbClr val="FFFFFF"/>
                </a:solidFill>
              </a:rPr>
              <a:t>Governance, Risk &amp; Reproducibility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3EB90-8D0D-1C78-24B5-3AB13EBDDF10}"/>
              </a:ext>
            </a:extLst>
          </p:cNvPr>
          <p:cNvSpPr txBox="1"/>
          <p:nvPr/>
        </p:nvSpPr>
        <p:spPr>
          <a:xfrm>
            <a:off x="1154954" y="2483754"/>
            <a:ext cx="9295331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Watch for change (drift):</a:t>
            </a:r>
            <a:r>
              <a:rPr lang="en-US" sz="1600" dirty="0"/>
              <a:t> Fraudsters adapt. A simple stability check (PSI) tells us when the data shifts so we can reset thresholds monthly. Why? To avoid missing new fraud patterns or over-flagging good customers.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Check fairness by slices (amount/hour):</a:t>
            </a:r>
            <a:r>
              <a:rPr lang="en-US" sz="1600" dirty="0"/>
              <a:t> We track where alerts cluster and where precision drops. Why? To reduce customer complaints and regulatory risk, and we can route or tighten thresholds in low-precision slices.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Make it repeatable (repo + audit trail):</a:t>
            </a:r>
            <a:r>
              <a:rPr lang="en-US" sz="1600" dirty="0"/>
              <a:t> All figures, reports, and package versions are saved with deterministic time-based splits. Why? Anyone can re-run results on demand, speed reviews, and prove nothing “moved” between testing and go-live.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Be fast (≤300 </a:t>
            </a:r>
            <a:r>
              <a:rPr lang="en-US" sz="1600" b="1" dirty="0" err="1"/>
              <a:t>ms</a:t>
            </a:r>
            <a:r>
              <a:rPr lang="en-US" sz="1600" b="1" dirty="0"/>
              <a:t>):</a:t>
            </a:r>
            <a:r>
              <a:rPr lang="en-US" sz="1600" dirty="0"/>
              <a:t> Random Forest/</a:t>
            </a:r>
            <a:r>
              <a:rPr lang="en-US" sz="1600" dirty="0" err="1"/>
              <a:t>XGBoost</a:t>
            </a:r>
            <a:r>
              <a:rPr lang="en-US" sz="1600" dirty="0"/>
              <a:t> meet real-time needs. Why? So we block fraud without slowing checkout, protecting revenue and customer experience.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19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rgbClr val="FFFFFF"/>
                </a:solidFill>
              </a:rPr>
              <a:t>Recommendation</a:t>
            </a:r>
          </a:p>
        </p:txBody>
      </p:sp>
      <p:graphicFrame>
        <p:nvGraphicFramePr>
          <p:cNvPr id="44" name="TextBox 3">
            <a:extLst>
              <a:ext uri="{FF2B5EF4-FFF2-40B4-BE49-F238E27FC236}">
                <a16:creationId xmlns:a16="http://schemas.microsoft.com/office/drawing/2014/main" id="{1C7E3F99-CB3F-10F7-FD52-312015960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955221"/>
              </p:ext>
            </p:extLst>
          </p:nvPr>
        </p:nvGraphicFramePr>
        <p:xfrm>
          <a:off x="1286934" y="1910441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8F05-FA5A-7E9D-9C5C-68C408A3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2E1A-D4EB-F9CF-28E1-6E6E7A0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86252-E11C-5A92-3570-1853150A1A84}"/>
              </a:ext>
            </a:extLst>
          </p:cNvPr>
          <p:cNvSpPr txBox="1"/>
          <p:nvPr/>
        </p:nvSpPr>
        <p:spPr>
          <a:xfrm>
            <a:off x="1154954" y="2483754"/>
            <a:ext cx="9295331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Start at the tested operating point (Alerts=65 in the evaluation window; scales with traffic) and expand toward 150–250 only if precision holds.</a:t>
            </a:r>
            <a:br>
              <a:rPr lang="en-US" sz="1600" dirty="0"/>
            </a:br>
            <a:r>
              <a:rPr lang="en-US" sz="1600" dirty="0"/>
              <a:t>This setting caught the most fraud for the money in validation without swamping investigators or annoying good customers with false alarms.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Review precision weekly and nudge the threshold.</a:t>
            </a:r>
            <a:br>
              <a:rPr lang="en-US" sz="1600" dirty="0"/>
            </a:br>
            <a:r>
              <a:rPr lang="en-US" sz="1600" dirty="0"/>
              <a:t>Fraud patterns and volumes move. Small, controlled tweaks keep us on the best value point (highest expected savings) while staying inside our guardrails (≤1% FPR or the agreed alert budget).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Spot-check “low-precision” pockets and add simple dashboards.</a:t>
            </a:r>
            <a:br>
              <a:rPr lang="en-US" sz="1600" dirty="0"/>
            </a:br>
            <a:r>
              <a:rPr lang="en-US" sz="1600" dirty="0"/>
              <a:t>Quick QA on slices like small amounts or specific times of day trims false positives fast. Drift/fairness dashboards let us see pattern shifts early and recalibrate monthly before performance slips.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Pilot success = measurable impact and manageable workload.</a:t>
            </a:r>
            <a:br>
              <a:rPr lang="en-US" sz="1600" dirty="0"/>
            </a:br>
            <a:r>
              <a:rPr lang="en-US" sz="1600" dirty="0"/>
              <a:t>We graduate from pilot when we cut fraud losses by ≥20% and keep investigator load and customer friction in line with the targets above.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7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rgbClr val="FFFFFF"/>
                </a:solidFill>
              </a:rPr>
              <a:t>Rollout Plan (4–6 weeks)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4E546123-D521-125C-759B-390C49545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1589841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F4DE-C771-8384-0021-F9F778FC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77C1-F961-2F37-0495-47433969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Roll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50EA3-74CC-A72C-0841-9F17A9ABCDE5}"/>
              </a:ext>
            </a:extLst>
          </p:cNvPr>
          <p:cNvSpPr txBox="1"/>
          <p:nvPr/>
        </p:nvSpPr>
        <p:spPr>
          <a:xfrm>
            <a:off x="1154954" y="2483754"/>
            <a:ext cx="9295331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Weeks 1–2 — Package &amp; shadow test</a:t>
            </a:r>
            <a:br>
              <a:rPr lang="en-US" sz="1600" dirty="0"/>
            </a:br>
            <a:r>
              <a:rPr lang="en-US" sz="1600" dirty="0"/>
              <a:t>We wrap the model and run it quietly alongside production to confirm data feeds, latency (&lt;300 </a:t>
            </a:r>
            <a:r>
              <a:rPr lang="en-US" sz="1600" dirty="0" err="1"/>
              <a:t>ms</a:t>
            </a:r>
            <a:r>
              <a:rPr lang="en-US" sz="1600" dirty="0"/>
              <a:t>), and alert formatting. We de-risk and go-live and catch integration issues before any real decisions are made.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Weeks 3–4 — Pilot at K=65 to 100 alerts/day; calibrate τ.</a:t>
            </a:r>
            <a:br>
              <a:rPr lang="en-US" sz="1600" dirty="0"/>
            </a:br>
            <a:r>
              <a:rPr lang="en-US" sz="1600" dirty="0"/>
              <a:t>We send ~ up to 100 highest-risk alerts/day to Fraud Ops, track precision, recall, FPR, and EV, and adjust the threshold τ to hit guardrails (e.g., FPR ≤1%) while maximizing value. We prove the business case on a small, controlled load and tune for your reality.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Weeks 5–6 — Expand to K=150–250 if precision meets target; handoff runbook.</a:t>
            </a:r>
            <a:br>
              <a:rPr lang="en-US" sz="1600" dirty="0"/>
            </a:br>
            <a:r>
              <a:rPr lang="en-US" sz="1600" dirty="0"/>
              <a:t>If pilot precision holds, we lift capacity in steps and finalize the </a:t>
            </a:r>
            <a:r>
              <a:rPr lang="en-US" sz="1600" b="1" dirty="0"/>
              <a:t>runbook</a:t>
            </a:r>
            <a:r>
              <a:rPr lang="en-US" sz="1600" dirty="0"/>
              <a:t> (SLA, escalation, retraining/PSI checks, dashboard links). We scale responsibly, protect CX, and leave Ops with a clear, repeatable process.</a:t>
            </a:r>
          </a:p>
        </p:txBody>
      </p:sp>
    </p:spTree>
    <p:extLst>
      <p:ext uri="{BB962C8B-B14F-4D97-AF65-F5344CB8AC3E}">
        <p14:creationId xmlns:p14="http://schemas.microsoft.com/office/powerpoint/2010/main" val="423898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B1D53A2-26D3-C580-6CDC-904464F484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758676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0599-1B25-A826-7B0A-421C065E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60BE-E503-641B-93DB-780AD631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982A1-354F-6357-1D9E-6BBC1DD623CF}"/>
              </a:ext>
            </a:extLst>
          </p:cNvPr>
          <p:cNvSpPr txBox="1"/>
          <p:nvPr/>
        </p:nvSpPr>
        <p:spPr>
          <a:xfrm>
            <a:off x="1154954" y="2483754"/>
            <a:ext cx="9295331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Switch on monitoring.</a:t>
            </a:r>
            <a:r>
              <a:rPr lang="en-US" sz="1600" dirty="0"/>
              <a:t> Enable Evidently dashboards for data drift and fairness by slice and add a quick latency check. Spot pattern changes early, catch uneven performance, and make sure decisions stay fast.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Enrich and auto-tune.</a:t>
            </a:r>
            <a:r>
              <a:rPr lang="en-US" sz="1600" dirty="0"/>
              <a:t> Explore adding device/merchant velocity features and auto-tune the threshold (τ) to the team’s capacity. Improve fraud catch rate without flooding analysts; keep alert volumes in the “green.”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400"/>
            </a:pPr>
            <a:r>
              <a:rPr lang="en-US" sz="1600" b="1" dirty="0"/>
              <a:t>Prep go-live comms &amp; KPIs.</a:t>
            </a:r>
            <a:r>
              <a:rPr lang="en-US" sz="1600" dirty="0"/>
              <a:t> Align with CX/Policy on customer messaging, escalation rules, and success metrics for rollout. Smooth launch, fewer surprises for customers, and clear accountability on outcomes.</a:t>
            </a:r>
          </a:p>
        </p:txBody>
      </p:sp>
    </p:spTree>
    <p:extLst>
      <p:ext uri="{BB962C8B-B14F-4D97-AF65-F5344CB8AC3E}">
        <p14:creationId xmlns:p14="http://schemas.microsoft.com/office/powerpoint/2010/main" val="3339672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859E-7595-AB8A-2E1F-E6569D3A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070D-6FCD-89F1-7DBA-4AE9CB76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985" y="1380067"/>
            <a:ext cx="2942210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chemeClr val="accent1"/>
                </a:solidFill>
              </a:defRPr>
            </a:pPr>
            <a:r>
              <a:rPr lang="en-US" sz="4400" dirty="0">
                <a:solidFill>
                  <a:schemeClr val="tx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10375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1573</TotalTime>
  <Words>1496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Century Gothic</vt:lpstr>
      <vt:lpstr>Segoe UI</vt:lpstr>
      <vt:lpstr>Wingdings 3</vt:lpstr>
      <vt:lpstr>Ion Boardroom</vt:lpstr>
      <vt:lpstr>Retail Bank CNP Fraud Detection — Business  Deck</vt:lpstr>
      <vt:lpstr>CNP Fraud Prevention — Executive Brief</vt:lpstr>
      <vt:lpstr>Problem &amp; Objective</vt:lpstr>
      <vt:lpstr>What We Built</vt:lpstr>
      <vt:lpstr>Data Snapshot</vt:lpstr>
      <vt:lpstr>Key Results — Validation</vt:lpstr>
      <vt:lpstr>Summary of key results</vt:lpstr>
      <vt:lpstr>Trade‑off: EV vs Alerts Budget (K)</vt:lpstr>
      <vt:lpstr>Key Results — Test (Hold‑out: TEST)</vt:lpstr>
      <vt:lpstr>Operational &amp; Customer Impact</vt:lpstr>
      <vt:lpstr>Governance, Risk &amp; Reproducibility</vt:lpstr>
      <vt:lpstr>Summary of Governance, Risk &amp; Reproducibility</vt:lpstr>
      <vt:lpstr>Recommendation</vt:lpstr>
      <vt:lpstr>Recommendation</vt:lpstr>
      <vt:lpstr>Rollout Plan (4–6 weeks)</vt:lpstr>
      <vt:lpstr>Roll Out</vt:lpstr>
      <vt:lpstr>Next Steps</vt:lpstr>
      <vt:lpstr>Next Steps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 Arriola</dc:creator>
  <cp:keywords/>
  <dc:description>generated using python-pptx</dc:description>
  <cp:lastModifiedBy>Patrick Evan Arriola</cp:lastModifiedBy>
  <cp:revision>11</cp:revision>
  <dcterms:created xsi:type="dcterms:W3CDTF">2013-01-27T09:14:16Z</dcterms:created>
  <dcterms:modified xsi:type="dcterms:W3CDTF">2025-12-23T15:27:30Z</dcterms:modified>
  <cp:category/>
</cp:coreProperties>
</file>